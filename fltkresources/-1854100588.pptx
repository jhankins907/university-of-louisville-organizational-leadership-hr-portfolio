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20"/>
  </p:notesMasterIdLst>
  <p:handoutMasterIdLst>
    <p:handoutMasterId r:id="rId21"/>
  </p:handoutMasterIdLst>
  <p:sldIdLst>
    <p:sldId id="289" r:id="rId5"/>
    <p:sldId id="290" r:id="rId6"/>
    <p:sldId id="288" r:id="rId7"/>
    <p:sldId id="276" r:id="rId8"/>
    <p:sldId id="283" r:id="rId9"/>
    <p:sldId id="261" r:id="rId10"/>
    <p:sldId id="257" r:id="rId11"/>
    <p:sldId id="264" r:id="rId12"/>
    <p:sldId id="295" r:id="rId13"/>
    <p:sldId id="263" r:id="rId14"/>
    <p:sldId id="266" r:id="rId15"/>
    <p:sldId id="292" r:id="rId16"/>
    <p:sldId id="296" r:id="rId17"/>
    <p:sldId id="294" r:id="rId18"/>
    <p:sldId id="29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0C8F9-85D5-436F-B2C9-6258C2548BC5}" v="2481" dt="2024-04-25T04:59:58.758"/>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79523" autoAdjust="0"/>
  </p:normalViewPr>
  <p:slideViewPr>
    <p:cSldViewPr snapToGrid="0">
      <p:cViewPr varScale="1">
        <p:scale>
          <a:sx n="66" d="100"/>
          <a:sy n="66" d="100"/>
        </p:scale>
        <p:origin x="1243" y="43"/>
      </p:cViewPr>
      <p:guideLst>
        <p:guide orient="horz" pos="2160"/>
        <p:guide pos="3840"/>
      </p:guideLst>
    </p:cSldViewPr>
  </p:slideViewPr>
  <p:outlineViewPr>
    <p:cViewPr>
      <p:scale>
        <a:sx n="33" d="100"/>
        <a:sy n="33" d="100"/>
      </p:scale>
      <p:origin x="0" y="0"/>
    </p:cViewPr>
  </p:outlineViewPr>
  <p:notesTextViewPr>
    <p:cViewPr>
      <p:scale>
        <a:sx n="1" d="1"/>
        <a:sy n="1" d="1"/>
      </p:scale>
      <p:origin x="0" y="-247"/>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Hankins" userId="b759ee0b908bc3d0" providerId="LiveId" clId="{0A50C8F9-85D5-436F-B2C9-6258C2548BC5}"/>
    <pc:docChg chg="undo custSel addSld delSld modSld sldOrd">
      <pc:chgData name="Jen Hankins" userId="b759ee0b908bc3d0" providerId="LiveId" clId="{0A50C8F9-85D5-436F-B2C9-6258C2548BC5}" dt="2024-04-26T04:40:32.745" v="33613" actId="20577"/>
      <pc:docMkLst>
        <pc:docMk/>
      </pc:docMkLst>
      <pc:sldChg chg="addSp delSp modSp mod setBg modNotesTx">
        <pc:chgData name="Jen Hankins" userId="b759ee0b908bc3d0" providerId="LiveId" clId="{0A50C8F9-85D5-436F-B2C9-6258C2548BC5}" dt="2024-04-25T03:53:43.173" v="22150" actId="20577"/>
        <pc:sldMkLst>
          <pc:docMk/>
          <pc:sldMk cId="435195399" sldId="257"/>
        </pc:sldMkLst>
        <pc:spChg chg="del mod">
          <ac:chgData name="Jen Hankins" userId="b759ee0b908bc3d0" providerId="LiveId" clId="{0A50C8F9-85D5-436F-B2C9-6258C2548BC5}" dt="2024-04-23T04:01:29.121" v="9344" actId="478"/>
          <ac:spMkLst>
            <pc:docMk/>
            <pc:sldMk cId="435195399" sldId="257"/>
            <ac:spMk id="2" creationId="{BF463CB3-2956-E8D2-C23D-A3BAA7295DEC}"/>
          </ac:spMkLst>
        </pc:spChg>
        <pc:spChg chg="add mod">
          <ac:chgData name="Jen Hankins" userId="b759ee0b908bc3d0" providerId="LiveId" clId="{0A50C8F9-85D5-436F-B2C9-6258C2548BC5}" dt="2024-04-25T03:37:56.066" v="20653" actId="6549"/>
          <ac:spMkLst>
            <pc:docMk/>
            <pc:sldMk cId="435195399" sldId="257"/>
            <ac:spMk id="3" creationId="{54A1A022-ECE9-11BA-222E-9A5C41D7694F}"/>
          </ac:spMkLst>
        </pc:spChg>
        <pc:spChg chg="del mod">
          <ac:chgData name="Jen Hankins" userId="b759ee0b908bc3d0" providerId="LiveId" clId="{0A50C8F9-85D5-436F-B2C9-6258C2548BC5}" dt="2024-04-23T04:01:47.566" v="9349" actId="478"/>
          <ac:spMkLst>
            <pc:docMk/>
            <pc:sldMk cId="435195399" sldId="257"/>
            <ac:spMk id="3" creationId="{FEECEBD4-35BF-26BB-D438-DA43EBD5EE89}"/>
          </ac:spMkLst>
        </pc:spChg>
        <pc:spChg chg="add mod">
          <ac:chgData name="Jen Hankins" userId="b759ee0b908bc3d0" providerId="LiveId" clId="{0A50C8F9-85D5-436F-B2C9-6258C2548BC5}" dt="2024-04-25T03:20:07.457" v="19628" actId="6549"/>
          <ac:spMkLst>
            <pc:docMk/>
            <pc:sldMk cId="435195399" sldId="257"/>
            <ac:spMk id="4" creationId="{3C9EEF72-06C9-420E-8FB9-3A944F0326DE}"/>
          </ac:spMkLst>
        </pc:spChg>
        <pc:spChg chg="add mod">
          <ac:chgData name="Jen Hankins" userId="b759ee0b908bc3d0" providerId="LiveId" clId="{0A50C8F9-85D5-436F-B2C9-6258C2548BC5}" dt="2024-04-25T03:21:28.275" v="19718" actId="20577"/>
          <ac:spMkLst>
            <pc:docMk/>
            <pc:sldMk cId="435195399" sldId="257"/>
            <ac:spMk id="5" creationId="{30BA1853-245D-4B71-4F93-045093E59F2B}"/>
          </ac:spMkLst>
        </pc:spChg>
        <pc:spChg chg="add del mod">
          <ac:chgData name="Jen Hankins" userId="b759ee0b908bc3d0" providerId="LiveId" clId="{0A50C8F9-85D5-436F-B2C9-6258C2548BC5}" dt="2024-04-23T04:01:30.735" v="9345" actId="478"/>
          <ac:spMkLst>
            <pc:docMk/>
            <pc:sldMk cId="435195399" sldId="257"/>
            <ac:spMk id="5" creationId="{E17D7A71-BD4B-B101-3C1B-4A62CF061351}"/>
          </ac:spMkLst>
        </pc:spChg>
        <pc:spChg chg="add mod">
          <ac:chgData name="Jen Hankins" userId="b759ee0b908bc3d0" providerId="LiveId" clId="{0A50C8F9-85D5-436F-B2C9-6258C2548BC5}" dt="2024-04-25T03:30:33.974" v="20238" actId="6549"/>
          <ac:spMkLst>
            <pc:docMk/>
            <pc:sldMk cId="435195399" sldId="257"/>
            <ac:spMk id="6" creationId="{7C958D43-3117-ECD3-2412-6955297063D5}"/>
          </ac:spMkLst>
        </pc:spChg>
        <pc:spChg chg="add del mod">
          <ac:chgData name="Jen Hankins" userId="b759ee0b908bc3d0" providerId="LiveId" clId="{0A50C8F9-85D5-436F-B2C9-6258C2548BC5}" dt="2024-04-23T04:01:50.448" v="9350" actId="478"/>
          <ac:spMkLst>
            <pc:docMk/>
            <pc:sldMk cId="435195399" sldId="257"/>
            <ac:spMk id="7" creationId="{2127ECF8-FA45-8E79-BFB8-7939C967804A}"/>
          </ac:spMkLst>
        </pc:spChg>
        <pc:spChg chg="add mod">
          <ac:chgData name="Jen Hankins" userId="b759ee0b908bc3d0" providerId="LiveId" clId="{0A50C8F9-85D5-436F-B2C9-6258C2548BC5}" dt="2024-04-25T03:32:08.828" v="20291" actId="20577"/>
          <ac:spMkLst>
            <pc:docMk/>
            <pc:sldMk cId="435195399" sldId="257"/>
            <ac:spMk id="7" creationId="{6FBAEBF2-89A9-D6B2-04F7-851043B2170B}"/>
          </ac:spMkLst>
        </pc:spChg>
        <pc:spChg chg="add mod">
          <ac:chgData name="Jen Hankins" userId="b759ee0b908bc3d0" providerId="LiveId" clId="{0A50C8F9-85D5-436F-B2C9-6258C2548BC5}" dt="2024-04-25T03:12:26.645" v="19311" actId="113"/>
          <ac:spMkLst>
            <pc:docMk/>
            <pc:sldMk cId="435195399" sldId="257"/>
            <ac:spMk id="8" creationId="{233D3DC4-E5CA-BB3B-5246-8756AC134578}"/>
          </ac:spMkLst>
        </pc:spChg>
        <pc:spChg chg="add mod">
          <ac:chgData name="Jen Hankins" userId="b759ee0b908bc3d0" providerId="LiveId" clId="{0A50C8F9-85D5-436F-B2C9-6258C2548BC5}" dt="2024-04-25T03:31:34.207" v="20284" actId="1076"/>
          <ac:spMkLst>
            <pc:docMk/>
            <pc:sldMk cId="435195399" sldId="257"/>
            <ac:spMk id="9" creationId="{6424B4C1-C13E-43E7-ADD6-F21EE531CDAF}"/>
          </ac:spMkLst>
        </pc:spChg>
        <pc:spChg chg="add del mod">
          <ac:chgData name="Jen Hankins" userId="b759ee0b908bc3d0" providerId="LiveId" clId="{0A50C8F9-85D5-436F-B2C9-6258C2548BC5}" dt="2024-04-25T03:29:09.664" v="20194" actId="478"/>
          <ac:spMkLst>
            <pc:docMk/>
            <pc:sldMk cId="435195399" sldId="257"/>
            <ac:spMk id="10" creationId="{731B15E7-E3B4-F70A-07D6-A7B9B18340FD}"/>
          </ac:spMkLst>
        </pc:spChg>
        <pc:spChg chg="add mod">
          <ac:chgData name="Jen Hankins" userId="b759ee0b908bc3d0" providerId="LiveId" clId="{0A50C8F9-85D5-436F-B2C9-6258C2548BC5}" dt="2024-04-25T03:48:14.424" v="21724" actId="20577"/>
          <ac:spMkLst>
            <pc:docMk/>
            <pc:sldMk cId="435195399" sldId="257"/>
            <ac:spMk id="11" creationId="{41D6A5CF-3DD3-D17F-5CD1-26188BC2E81B}"/>
          </ac:spMkLst>
        </pc:spChg>
        <pc:spChg chg="add del mod">
          <ac:chgData name="Jen Hankins" userId="b759ee0b908bc3d0" providerId="LiveId" clId="{0A50C8F9-85D5-436F-B2C9-6258C2548BC5}" dt="2024-04-25T02:58:35.705" v="19101" actId="478"/>
          <ac:spMkLst>
            <pc:docMk/>
            <pc:sldMk cId="435195399" sldId="257"/>
            <ac:spMk id="13" creationId="{9CE7CC4E-92AD-491E-3FB5-6DD8D2C04783}"/>
          </ac:spMkLst>
        </pc:spChg>
        <pc:picChg chg="add mod">
          <ac:chgData name="Jen Hankins" userId="b759ee0b908bc3d0" providerId="LiveId" clId="{0A50C8F9-85D5-436F-B2C9-6258C2548BC5}" dt="2024-04-25T02:57:47.520" v="19100"/>
          <ac:picMkLst>
            <pc:docMk/>
            <pc:sldMk cId="435195399" sldId="257"/>
            <ac:picMk id="2" creationId="{086C9520-C924-5732-CC82-F0C4A533D4E2}"/>
          </ac:picMkLst>
        </pc:picChg>
        <pc:picChg chg="add del mod">
          <ac:chgData name="Jen Hankins" userId="b759ee0b908bc3d0" providerId="LiveId" clId="{0A50C8F9-85D5-436F-B2C9-6258C2548BC5}" dt="2024-04-23T05:52:33.071" v="14021" actId="21"/>
          <ac:picMkLst>
            <pc:docMk/>
            <pc:sldMk cId="435195399" sldId="257"/>
            <ac:picMk id="10" creationId="{61D61C69-2BA6-28F4-E6CA-A2CE4334FF5F}"/>
          </ac:picMkLst>
        </pc:picChg>
        <pc:picChg chg="add del mod">
          <ac:chgData name="Jen Hankins" userId="b759ee0b908bc3d0" providerId="LiveId" clId="{0A50C8F9-85D5-436F-B2C9-6258C2548BC5}" dt="2024-04-23T05:52:57.804" v="14025" actId="21"/>
          <ac:picMkLst>
            <pc:docMk/>
            <pc:sldMk cId="435195399" sldId="257"/>
            <ac:picMk id="12" creationId="{BAADF360-0C43-D803-0A09-0EFA211CA96E}"/>
          </ac:picMkLst>
        </pc:picChg>
        <pc:picChg chg="add mod">
          <ac:chgData name="Jen Hankins" userId="b759ee0b908bc3d0" providerId="LiveId" clId="{0A50C8F9-85D5-436F-B2C9-6258C2548BC5}" dt="2024-04-23T06:39:17.621" v="18674"/>
          <ac:picMkLst>
            <pc:docMk/>
            <pc:sldMk cId="435195399" sldId="257"/>
            <ac:picMk id="14" creationId="{56848DC0-04AC-55FC-D33E-19E0C808E5F8}"/>
          </ac:picMkLst>
        </pc:picChg>
      </pc:sldChg>
      <pc:sldChg chg="addSp delSp modSp mod setBg modNotesTx">
        <pc:chgData name="Jen Hankins" userId="b759ee0b908bc3d0" providerId="LiveId" clId="{0A50C8F9-85D5-436F-B2C9-6258C2548BC5}" dt="2024-04-26T03:22:36.765" v="33602" actId="14100"/>
        <pc:sldMkLst>
          <pc:docMk/>
          <pc:sldMk cId="3666674671" sldId="261"/>
        </pc:sldMkLst>
        <pc:spChg chg="mod">
          <ac:chgData name="Jen Hankins" userId="b759ee0b908bc3d0" providerId="LiveId" clId="{0A50C8F9-85D5-436F-B2C9-6258C2548BC5}" dt="2024-04-26T03:22:36.765" v="33602" actId="14100"/>
          <ac:spMkLst>
            <pc:docMk/>
            <pc:sldMk cId="3666674671" sldId="261"/>
            <ac:spMk id="2" creationId="{9635F5E3-2B1C-7C0A-8581-67A9052D13AA}"/>
          </ac:spMkLst>
        </pc:spChg>
        <pc:spChg chg="del mod">
          <ac:chgData name="Jen Hankins" userId="b759ee0b908bc3d0" providerId="LiveId" clId="{0A50C8F9-85D5-436F-B2C9-6258C2548BC5}" dt="2024-04-23T04:00:59.752" v="9341" actId="478"/>
          <ac:spMkLst>
            <pc:docMk/>
            <pc:sldMk cId="3666674671" sldId="261"/>
            <ac:spMk id="3" creationId="{A6A33159-D030-2F82-A142-F75940728319}"/>
          </ac:spMkLst>
        </pc:spChg>
        <pc:picChg chg="add del">
          <ac:chgData name="Jen Hankins" userId="b759ee0b908bc3d0" providerId="LiveId" clId="{0A50C8F9-85D5-436F-B2C9-6258C2548BC5}" dt="2024-04-23T05:38:33.704" v="13037" actId="21"/>
          <ac:picMkLst>
            <pc:docMk/>
            <pc:sldMk cId="3666674671" sldId="261"/>
            <ac:picMk id="5" creationId="{0CAE4C98-7446-3DD7-67EF-126A5F586B88}"/>
          </ac:picMkLst>
        </pc:picChg>
        <pc:picChg chg="add del mod">
          <ac:chgData name="Jen Hankins" userId="b759ee0b908bc3d0" providerId="LiveId" clId="{0A50C8F9-85D5-436F-B2C9-6258C2548BC5}" dt="2024-04-23T05:38:56.281" v="13038" actId="478"/>
          <ac:picMkLst>
            <pc:docMk/>
            <pc:sldMk cId="3666674671" sldId="261"/>
            <ac:picMk id="7" creationId="{BED7975B-B9D9-C01A-23A9-C480785F99E7}"/>
          </ac:picMkLst>
        </pc:picChg>
        <pc:picChg chg="add del mod">
          <ac:chgData name="Jen Hankins" userId="b759ee0b908bc3d0" providerId="LiveId" clId="{0A50C8F9-85D5-436F-B2C9-6258C2548BC5}" dt="2024-04-23T05:39:26.013" v="13042" actId="478"/>
          <ac:picMkLst>
            <pc:docMk/>
            <pc:sldMk cId="3666674671" sldId="261"/>
            <ac:picMk id="9" creationId="{78DF76D9-22BC-440F-C6B3-95E4888BA51A}"/>
          </ac:picMkLst>
        </pc:picChg>
        <pc:picChg chg="add mod">
          <ac:chgData name="Jen Hankins" userId="b759ee0b908bc3d0" providerId="LiveId" clId="{0A50C8F9-85D5-436F-B2C9-6258C2548BC5}" dt="2024-04-23T05:39:44.188" v="13045" actId="1076"/>
          <ac:picMkLst>
            <pc:docMk/>
            <pc:sldMk cId="3666674671" sldId="261"/>
            <ac:picMk id="11" creationId="{097ED7AF-4234-EBED-F83A-D6590BFFD893}"/>
          </ac:picMkLst>
        </pc:picChg>
        <pc:picChg chg="mod">
          <ac:chgData name="Jen Hankins" userId="b759ee0b908bc3d0" providerId="LiveId" clId="{0A50C8F9-85D5-436F-B2C9-6258C2548BC5}" dt="2024-04-16T04:12:48.328" v="166"/>
          <ac:picMkLst>
            <pc:docMk/>
            <pc:sldMk cId="3666674671" sldId="261"/>
            <ac:picMk id="24" creationId="{A672B903-78EE-718A-C122-69D512078839}"/>
          </ac:picMkLst>
        </pc:picChg>
      </pc:sldChg>
      <pc:sldChg chg="modSp del mod setBg">
        <pc:chgData name="Jen Hankins" userId="b759ee0b908bc3d0" providerId="LiveId" clId="{0A50C8F9-85D5-436F-B2C9-6258C2548BC5}" dt="2024-04-23T04:30:59.605" v="10055" actId="2696"/>
        <pc:sldMkLst>
          <pc:docMk/>
          <pc:sldMk cId="1210802199" sldId="262"/>
        </pc:sldMkLst>
        <pc:spChg chg="mod">
          <ac:chgData name="Jen Hankins" userId="b759ee0b908bc3d0" providerId="LiveId" clId="{0A50C8F9-85D5-436F-B2C9-6258C2548BC5}" dt="2024-04-16T04:32:44.021" v="281" actId="6549"/>
          <ac:spMkLst>
            <pc:docMk/>
            <pc:sldMk cId="1210802199" sldId="262"/>
            <ac:spMk id="2" creationId="{28BAC361-0D7A-DC05-86B5-6DD77D322F5B}"/>
          </ac:spMkLst>
        </pc:spChg>
        <pc:spChg chg="mod">
          <ac:chgData name="Jen Hankins" userId="b759ee0b908bc3d0" providerId="LiveId" clId="{0A50C8F9-85D5-436F-B2C9-6258C2548BC5}" dt="2024-04-16T04:32:47.016" v="282" actId="6549"/>
          <ac:spMkLst>
            <pc:docMk/>
            <pc:sldMk cId="1210802199" sldId="262"/>
            <ac:spMk id="3" creationId="{1BE98EFF-197D-3136-70B9-7BBD30A48931}"/>
          </ac:spMkLst>
        </pc:spChg>
        <pc:picChg chg="mod">
          <ac:chgData name="Jen Hankins" userId="b759ee0b908bc3d0" providerId="LiveId" clId="{0A50C8F9-85D5-436F-B2C9-6258C2548BC5}" dt="2024-04-16T04:12:48.328" v="166"/>
          <ac:picMkLst>
            <pc:docMk/>
            <pc:sldMk cId="1210802199" sldId="262"/>
            <ac:picMk id="34" creationId="{E461669C-A7BA-D639-22CB-B5FBBE698B38}"/>
          </ac:picMkLst>
        </pc:picChg>
      </pc:sldChg>
      <pc:sldChg chg="addSp delSp modSp mod setBg modNotesTx">
        <pc:chgData name="Jen Hankins" userId="b759ee0b908bc3d0" providerId="LiveId" clId="{0A50C8F9-85D5-436F-B2C9-6258C2548BC5}" dt="2024-04-26T04:40:32.745" v="33613" actId="20577"/>
        <pc:sldMkLst>
          <pc:docMk/>
          <pc:sldMk cId="2737241225" sldId="263"/>
        </pc:sldMkLst>
        <pc:spChg chg="mod">
          <ac:chgData name="Jen Hankins" userId="b759ee0b908bc3d0" providerId="LiveId" clId="{0A50C8F9-85D5-436F-B2C9-6258C2548BC5}" dt="2024-04-26T03:23:49.596" v="33607" actId="14100"/>
          <ac:spMkLst>
            <pc:docMk/>
            <pc:sldMk cId="2737241225" sldId="263"/>
            <ac:spMk id="2" creationId="{338A15DE-D135-0710-9984-A0A55E960CB0}"/>
          </ac:spMkLst>
        </pc:spChg>
        <pc:spChg chg="del mod">
          <ac:chgData name="Jen Hankins" userId="b759ee0b908bc3d0" providerId="LiveId" clId="{0A50C8F9-85D5-436F-B2C9-6258C2548BC5}" dt="2024-04-23T04:07:57.168" v="9489" actId="478"/>
          <ac:spMkLst>
            <pc:docMk/>
            <pc:sldMk cId="2737241225" sldId="263"/>
            <ac:spMk id="3" creationId="{ECC8AA23-D8D0-93BE-5C5F-103A750B0D2F}"/>
          </ac:spMkLst>
        </pc:spChg>
        <pc:spChg chg="add mod">
          <ac:chgData name="Jen Hankins" userId="b759ee0b908bc3d0" providerId="LiveId" clId="{0A50C8F9-85D5-436F-B2C9-6258C2548BC5}" dt="2024-04-23T06:12:35.073" v="15684" actId="5793"/>
          <ac:spMkLst>
            <pc:docMk/>
            <pc:sldMk cId="2737241225" sldId="263"/>
            <ac:spMk id="4" creationId="{0D9D4E5C-EB50-1AC2-6479-97C3B1592523}"/>
          </ac:spMkLst>
        </pc:spChg>
        <pc:spChg chg="del mod">
          <ac:chgData name="Jen Hankins" userId="b759ee0b908bc3d0" providerId="LiveId" clId="{0A50C8F9-85D5-436F-B2C9-6258C2548BC5}" dt="2024-04-25T02:53:06.458" v="18994" actId="478"/>
          <ac:spMkLst>
            <pc:docMk/>
            <pc:sldMk cId="2737241225" sldId="263"/>
            <ac:spMk id="5" creationId="{5966F750-C5BF-5440-CA89-481D902B2100}"/>
          </ac:spMkLst>
        </pc:spChg>
        <pc:spChg chg="del">
          <ac:chgData name="Jen Hankins" userId="b759ee0b908bc3d0" providerId="LiveId" clId="{0A50C8F9-85D5-436F-B2C9-6258C2548BC5}" dt="2024-04-23T06:47:40.789" v="18703" actId="478"/>
          <ac:spMkLst>
            <pc:docMk/>
            <pc:sldMk cId="2737241225" sldId="263"/>
            <ac:spMk id="7" creationId="{72A01424-7D30-1660-80F2-7ADAD02EEEE3}"/>
          </ac:spMkLst>
        </pc:spChg>
        <pc:picChg chg="mod">
          <ac:chgData name="Jen Hankins" userId="b759ee0b908bc3d0" providerId="LiveId" clId="{0A50C8F9-85D5-436F-B2C9-6258C2548BC5}" dt="2024-04-23T04:44:17.809" v="10323" actId="1076"/>
          <ac:picMkLst>
            <pc:docMk/>
            <pc:sldMk cId="2737241225" sldId="263"/>
            <ac:picMk id="20" creationId="{E5D7764F-CE06-1A00-3555-ACAE6ACDFE10}"/>
          </ac:picMkLst>
        </pc:picChg>
      </pc:sldChg>
      <pc:sldChg chg="addSp delSp modSp mod setBg modNotesTx">
        <pc:chgData name="Jen Hankins" userId="b759ee0b908bc3d0" providerId="LiveId" clId="{0A50C8F9-85D5-436F-B2C9-6258C2548BC5}" dt="2024-04-26T02:11:15.698" v="29668" actId="20577"/>
        <pc:sldMkLst>
          <pc:docMk/>
          <pc:sldMk cId="837402205" sldId="264"/>
        </pc:sldMkLst>
        <pc:spChg chg="mod">
          <ac:chgData name="Jen Hankins" userId="b759ee0b908bc3d0" providerId="LiveId" clId="{0A50C8F9-85D5-436F-B2C9-6258C2548BC5}" dt="2024-04-25T03:15:02.115" v="19363" actId="20577"/>
          <ac:spMkLst>
            <pc:docMk/>
            <pc:sldMk cId="837402205" sldId="264"/>
            <ac:spMk id="2" creationId="{47A9874B-BCA9-8420-1595-EDD1865A099A}"/>
          </ac:spMkLst>
        </pc:spChg>
        <pc:spChg chg="del mod">
          <ac:chgData name="Jen Hankins" userId="b759ee0b908bc3d0" providerId="LiveId" clId="{0A50C8F9-85D5-436F-B2C9-6258C2548BC5}" dt="2024-04-23T04:06:22.539" v="9434" actId="478"/>
          <ac:spMkLst>
            <pc:docMk/>
            <pc:sldMk cId="837402205" sldId="264"/>
            <ac:spMk id="3" creationId="{68A5FD2B-E3E5-1C2B-0151-21F216B14A33}"/>
          </ac:spMkLst>
        </pc:spChg>
        <pc:spChg chg="del mod">
          <ac:chgData name="Jen Hankins" userId="b759ee0b908bc3d0" providerId="LiveId" clId="{0A50C8F9-85D5-436F-B2C9-6258C2548BC5}" dt="2024-04-23T04:06:19.533" v="9433" actId="478"/>
          <ac:spMkLst>
            <pc:docMk/>
            <pc:sldMk cId="837402205" sldId="264"/>
            <ac:spMk id="4" creationId="{ACFBB810-3430-2C29-1AA0-9744AA0A1AA3}"/>
          </ac:spMkLst>
        </pc:spChg>
        <pc:spChg chg="del mod">
          <ac:chgData name="Jen Hankins" userId="b759ee0b908bc3d0" providerId="LiveId" clId="{0A50C8F9-85D5-436F-B2C9-6258C2548BC5}" dt="2024-04-25T03:03:33.897" v="19142" actId="478"/>
          <ac:spMkLst>
            <pc:docMk/>
            <pc:sldMk cId="837402205" sldId="264"/>
            <ac:spMk id="5" creationId="{B930CB85-BC75-891F-F06A-0EBC6BFB2FA8}"/>
          </ac:spMkLst>
        </pc:spChg>
        <pc:spChg chg="del">
          <ac:chgData name="Jen Hankins" userId="b759ee0b908bc3d0" providerId="LiveId" clId="{0A50C8F9-85D5-436F-B2C9-6258C2548BC5}" dt="2024-04-25T03:03:35.977" v="19143" actId="478"/>
          <ac:spMkLst>
            <pc:docMk/>
            <pc:sldMk cId="837402205" sldId="264"/>
            <ac:spMk id="7" creationId="{DF8AEF92-73ED-D6DE-4BFE-64EC4879D51F}"/>
          </ac:spMkLst>
        </pc:spChg>
        <pc:picChg chg="add mod">
          <ac:chgData name="Jen Hankins" userId="b759ee0b908bc3d0" providerId="LiveId" clId="{0A50C8F9-85D5-436F-B2C9-6258C2548BC5}" dt="2024-04-25T03:54:09.577" v="22151" actId="1076"/>
          <ac:picMkLst>
            <pc:docMk/>
            <pc:sldMk cId="837402205" sldId="264"/>
            <ac:picMk id="10" creationId="{61D61C69-2BA6-28F4-E6CA-A2CE4334FF5F}"/>
          </ac:picMkLst>
        </pc:picChg>
        <pc:picChg chg="add mod">
          <ac:chgData name="Jen Hankins" userId="b759ee0b908bc3d0" providerId="LiveId" clId="{0A50C8F9-85D5-436F-B2C9-6258C2548BC5}" dt="2024-04-25T03:54:13.145" v="22152" actId="1076"/>
          <ac:picMkLst>
            <pc:docMk/>
            <pc:sldMk cId="837402205" sldId="264"/>
            <ac:picMk id="12" creationId="{BAADF360-0C43-D803-0A09-0EFA211CA96E}"/>
          </ac:picMkLst>
        </pc:picChg>
      </pc:sldChg>
      <pc:sldChg chg="delSp modSp del mod setBg">
        <pc:chgData name="Jen Hankins" userId="b759ee0b908bc3d0" providerId="LiveId" clId="{0A50C8F9-85D5-436F-B2C9-6258C2548BC5}" dt="2024-04-23T04:49:37.350" v="10639" actId="2696"/>
        <pc:sldMkLst>
          <pc:docMk/>
          <pc:sldMk cId="729609147" sldId="265"/>
        </pc:sldMkLst>
        <pc:spChg chg="mod">
          <ac:chgData name="Jen Hankins" userId="b759ee0b908bc3d0" providerId="LiveId" clId="{0A50C8F9-85D5-436F-B2C9-6258C2548BC5}" dt="2024-04-23T04:07:26.914" v="9471" actId="20577"/>
          <ac:spMkLst>
            <pc:docMk/>
            <pc:sldMk cId="729609147" sldId="265"/>
            <ac:spMk id="2" creationId="{314C27C8-165C-5513-DB4B-9D840097C545}"/>
          </ac:spMkLst>
        </pc:spChg>
        <pc:spChg chg="del mod">
          <ac:chgData name="Jen Hankins" userId="b759ee0b908bc3d0" providerId="LiveId" clId="{0A50C8F9-85D5-436F-B2C9-6258C2548BC5}" dt="2024-04-23T04:07:29.594" v="9472" actId="478"/>
          <ac:spMkLst>
            <pc:docMk/>
            <pc:sldMk cId="729609147" sldId="265"/>
            <ac:spMk id="3" creationId="{FACE640F-7F5A-BDB7-205D-765FA80B6796}"/>
          </ac:spMkLst>
        </pc:spChg>
        <pc:spChg chg="del mod">
          <ac:chgData name="Jen Hankins" userId="b759ee0b908bc3d0" providerId="LiveId" clId="{0A50C8F9-85D5-436F-B2C9-6258C2548BC5}" dt="2024-04-23T04:06:43.729" v="9437" actId="478"/>
          <ac:spMkLst>
            <pc:docMk/>
            <pc:sldMk cId="729609147" sldId="265"/>
            <ac:spMk id="4" creationId="{83302BFD-960F-CBB3-E984-CDC12813A10C}"/>
          </ac:spMkLst>
        </pc:spChg>
      </pc:sldChg>
      <pc:sldChg chg="addSp delSp modSp mod setBg">
        <pc:chgData name="Jen Hankins" userId="b759ee0b908bc3d0" providerId="LiveId" clId="{0A50C8F9-85D5-436F-B2C9-6258C2548BC5}" dt="2024-04-25T04:47:36.555" v="25004" actId="6549"/>
        <pc:sldMkLst>
          <pc:docMk/>
          <pc:sldMk cId="643777997" sldId="266"/>
        </pc:sldMkLst>
        <pc:spChg chg="del mod">
          <ac:chgData name="Jen Hankins" userId="b759ee0b908bc3d0" providerId="LiveId" clId="{0A50C8F9-85D5-436F-B2C9-6258C2548BC5}" dt="2024-04-16T05:11:34.713" v="1616" actId="478"/>
          <ac:spMkLst>
            <pc:docMk/>
            <pc:sldMk cId="643777997" sldId="266"/>
            <ac:spMk id="2" creationId="{5D030A76-B788-B363-104E-266B7C7F7208}"/>
          </ac:spMkLst>
        </pc:spChg>
        <pc:spChg chg="del mod">
          <ac:chgData name="Jen Hankins" userId="b759ee0b908bc3d0" providerId="LiveId" clId="{0A50C8F9-85D5-436F-B2C9-6258C2548BC5}" dt="2024-04-16T05:11:39.811" v="1618" actId="478"/>
          <ac:spMkLst>
            <pc:docMk/>
            <pc:sldMk cId="643777997" sldId="266"/>
            <ac:spMk id="3" creationId="{05948542-FCE1-3AE6-C6C9-17975609DF70}"/>
          </ac:spMkLst>
        </pc:spChg>
        <pc:spChg chg="add">
          <ac:chgData name="Jen Hankins" userId="b759ee0b908bc3d0" providerId="LiveId" clId="{0A50C8F9-85D5-436F-B2C9-6258C2548BC5}" dt="2024-04-23T03:56:14.551" v="9314"/>
          <ac:spMkLst>
            <pc:docMk/>
            <pc:sldMk cId="643777997" sldId="266"/>
            <ac:spMk id="3" creationId="{2CA28410-033D-31B3-23A9-B2AB4732CD4C}"/>
          </ac:spMkLst>
        </pc:spChg>
        <pc:spChg chg="del mod">
          <ac:chgData name="Jen Hankins" userId="b759ee0b908bc3d0" providerId="LiveId" clId="{0A50C8F9-85D5-436F-B2C9-6258C2548BC5}" dt="2024-04-16T05:11:47.521" v="1621" actId="478"/>
          <ac:spMkLst>
            <pc:docMk/>
            <pc:sldMk cId="643777997" sldId="266"/>
            <ac:spMk id="4" creationId="{3EE67564-0457-E486-97D0-8109D2C97B3F}"/>
          </ac:spMkLst>
        </pc:spChg>
        <pc:spChg chg="del mod">
          <ac:chgData name="Jen Hankins" userId="b759ee0b908bc3d0" providerId="LiveId" clId="{0A50C8F9-85D5-436F-B2C9-6258C2548BC5}" dt="2024-04-25T02:53:28.972" v="18999" actId="478"/>
          <ac:spMkLst>
            <pc:docMk/>
            <pc:sldMk cId="643777997" sldId="266"/>
            <ac:spMk id="4" creationId="{FB52652E-03E5-FE15-7484-4F4DF7E7CAAB}"/>
          </ac:spMkLst>
        </pc:spChg>
        <pc:spChg chg="add del mod">
          <ac:chgData name="Jen Hankins" userId="b759ee0b908bc3d0" providerId="LiveId" clId="{0A50C8F9-85D5-436F-B2C9-6258C2548BC5}" dt="2024-04-16T05:11:37.405" v="1617" actId="478"/>
          <ac:spMkLst>
            <pc:docMk/>
            <pc:sldMk cId="643777997" sldId="266"/>
            <ac:spMk id="6" creationId="{7B010994-4C17-D931-B141-EC1AC9BE385B}"/>
          </ac:spMkLst>
        </pc:spChg>
        <pc:spChg chg="del">
          <ac:chgData name="Jen Hankins" userId="b759ee0b908bc3d0" providerId="LiveId" clId="{0A50C8F9-85D5-436F-B2C9-6258C2548BC5}" dt="2024-04-25T02:53:25.981" v="18998" actId="478"/>
          <ac:spMkLst>
            <pc:docMk/>
            <pc:sldMk cId="643777997" sldId="266"/>
            <ac:spMk id="6" creationId="{DD0E3A56-5CA5-177E-4407-3D0FE94CC3A9}"/>
          </ac:spMkLst>
        </pc:spChg>
        <pc:spChg chg="add del mod">
          <ac:chgData name="Jen Hankins" userId="b759ee0b908bc3d0" providerId="LiveId" clId="{0A50C8F9-85D5-436F-B2C9-6258C2548BC5}" dt="2024-04-16T05:11:43.752" v="1619" actId="478"/>
          <ac:spMkLst>
            <pc:docMk/>
            <pc:sldMk cId="643777997" sldId="266"/>
            <ac:spMk id="8" creationId="{E5C943B0-ABB0-22B9-1E68-30B6AD173F5C}"/>
          </ac:spMkLst>
        </pc:spChg>
        <pc:spChg chg="add del mod">
          <ac:chgData name="Jen Hankins" userId="b759ee0b908bc3d0" providerId="LiveId" clId="{0A50C8F9-85D5-436F-B2C9-6258C2548BC5}" dt="2024-04-16T05:11:48.973" v="1622" actId="478"/>
          <ac:spMkLst>
            <pc:docMk/>
            <pc:sldMk cId="643777997" sldId="266"/>
            <ac:spMk id="10" creationId="{7DB864FA-CF8F-8BE7-A433-76008BCC67A9}"/>
          </ac:spMkLst>
        </pc:spChg>
        <pc:spChg chg="add mod">
          <ac:chgData name="Jen Hankins" userId="b759ee0b908bc3d0" providerId="LiveId" clId="{0A50C8F9-85D5-436F-B2C9-6258C2548BC5}" dt="2024-04-25T04:47:36.555" v="25004" actId="6549"/>
          <ac:spMkLst>
            <pc:docMk/>
            <pc:sldMk cId="643777997" sldId="266"/>
            <ac:spMk id="11" creationId="{83E96495-7950-0304-66A5-5C88B1440802}"/>
          </ac:spMkLst>
        </pc:spChg>
        <pc:spChg chg="add del mod">
          <ac:chgData name="Jen Hankins" userId="b759ee0b908bc3d0" providerId="LiveId" clId="{0A50C8F9-85D5-436F-B2C9-6258C2548BC5}" dt="2024-04-16T05:21:24.026" v="1651" actId="478"/>
          <ac:spMkLst>
            <pc:docMk/>
            <pc:sldMk cId="643777997" sldId="266"/>
            <ac:spMk id="12" creationId="{7A5698E2-9640-4BAA-B6B8-AA12719B8DDC}"/>
          </ac:spMkLst>
        </pc:spChg>
        <pc:picChg chg="add mod">
          <ac:chgData name="Jen Hankins" userId="b759ee0b908bc3d0" providerId="LiveId" clId="{0A50C8F9-85D5-436F-B2C9-6258C2548BC5}" dt="2024-04-23T05:12:51.977" v="10997" actId="14100"/>
          <ac:picMkLst>
            <pc:docMk/>
            <pc:sldMk cId="643777997" sldId="266"/>
            <ac:picMk id="2" creationId="{EC3BEF2F-D5AF-79AC-7598-C8AC210DC629}"/>
          </ac:picMkLst>
        </pc:picChg>
      </pc:sldChg>
      <pc:sldChg chg="modSp del">
        <pc:chgData name="Jen Hankins" userId="b759ee0b908bc3d0" providerId="LiveId" clId="{0A50C8F9-85D5-436F-B2C9-6258C2548BC5}" dt="2024-04-23T04:09:35.337" v="9512" actId="2696"/>
        <pc:sldMkLst>
          <pc:docMk/>
          <pc:sldMk cId="3604630649" sldId="267"/>
        </pc:sldMkLst>
        <pc:spChg chg="mod">
          <ac:chgData name="Jen Hankins" userId="b759ee0b908bc3d0" providerId="LiveId" clId="{0A50C8F9-85D5-436F-B2C9-6258C2548BC5}" dt="2024-04-16T04:12:48.328" v="166"/>
          <ac:spMkLst>
            <pc:docMk/>
            <pc:sldMk cId="3604630649" sldId="267"/>
            <ac:spMk id="2" creationId="{D1FC59F6-9B22-C211-4B4C-A2FD4B914C46}"/>
          </ac:spMkLst>
        </pc:spChg>
        <pc:graphicFrameChg chg="mod">
          <ac:chgData name="Jen Hankins" userId="b759ee0b908bc3d0" providerId="LiveId" clId="{0A50C8F9-85D5-436F-B2C9-6258C2548BC5}" dt="2024-04-16T04:12:48.328" v="166"/>
          <ac:graphicFrameMkLst>
            <pc:docMk/>
            <pc:sldMk cId="3604630649" sldId="267"/>
            <ac:graphicFrameMk id="19" creationId="{998759BF-36E2-2AC0-C9B8-88C6BF075154}"/>
          </ac:graphicFrameMkLst>
        </pc:graphicFrameChg>
      </pc:sldChg>
      <pc:sldChg chg="modSp del">
        <pc:chgData name="Jen Hankins" userId="b759ee0b908bc3d0" providerId="LiveId" clId="{0A50C8F9-85D5-436F-B2C9-6258C2548BC5}" dt="2024-04-23T04:08:15.404" v="9490" actId="2696"/>
        <pc:sldMkLst>
          <pc:docMk/>
          <pc:sldMk cId="4259977132" sldId="268"/>
        </pc:sldMkLst>
        <pc:spChg chg="mod">
          <ac:chgData name="Jen Hankins" userId="b759ee0b908bc3d0" providerId="LiveId" clId="{0A50C8F9-85D5-436F-B2C9-6258C2548BC5}" dt="2024-04-16T04:12:48.328" v="166"/>
          <ac:spMkLst>
            <pc:docMk/>
            <pc:sldMk cId="4259977132" sldId="268"/>
            <ac:spMk id="2" creationId="{B7545968-70F7-0180-6448-3547E442EF4A}"/>
          </ac:spMkLst>
        </pc:spChg>
        <pc:spChg chg="mod">
          <ac:chgData name="Jen Hankins" userId="b759ee0b908bc3d0" providerId="LiveId" clId="{0A50C8F9-85D5-436F-B2C9-6258C2548BC5}" dt="2024-04-16T04:12:48.328" v="166"/>
          <ac:spMkLst>
            <pc:docMk/>
            <pc:sldMk cId="4259977132" sldId="268"/>
            <ac:spMk id="8" creationId="{215CE58D-2739-522B-7C3A-6A7C985360C0}"/>
          </ac:spMkLst>
        </pc:spChg>
        <pc:graphicFrameChg chg="mod">
          <ac:chgData name="Jen Hankins" userId="b759ee0b908bc3d0" providerId="LiveId" clId="{0A50C8F9-85D5-436F-B2C9-6258C2548BC5}" dt="2024-04-16T04:12:48.328" v="166"/>
          <ac:graphicFrameMkLst>
            <pc:docMk/>
            <pc:sldMk cId="4259977132" sldId="268"/>
            <ac:graphicFrameMk id="3" creationId="{F01CF5D3-D3B1-1944-CFDF-D8EE11DE42AA}"/>
          </ac:graphicFrameMkLst>
        </pc:graphicFrameChg>
      </pc:sldChg>
      <pc:sldChg chg="addSp delSp modSp mod setBg modNotesTx">
        <pc:chgData name="Jen Hankins" userId="b759ee0b908bc3d0" providerId="LiveId" clId="{0A50C8F9-85D5-436F-B2C9-6258C2548BC5}" dt="2024-04-26T01:59:15.483" v="29253" actId="6549"/>
        <pc:sldMkLst>
          <pc:docMk/>
          <pc:sldMk cId="821088003" sldId="276"/>
        </pc:sldMkLst>
        <pc:spChg chg="add del mod">
          <ac:chgData name="Jen Hankins" userId="b759ee0b908bc3d0" providerId="LiveId" clId="{0A50C8F9-85D5-436F-B2C9-6258C2548BC5}" dt="2024-04-23T03:26:42.993" v="7820"/>
          <ac:spMkLst>
            <pc:docMk/>
            <pc:sldMk cId="821088003" sldId="276"/>
            <ac:spMk id="2" creationId="{F474B041-EE12-4686-188D-258BCC456C7F}"/>
          </ac:spMkLst>
        </pc:spChg>
        <pc:spChg chg="add del mod">
          <ac:chgData name="Jen Hankins" userId="b759ee0b908bc3d0" providerId="LiveId" clId="{0A50C8F9-85D5-436F-B2C9-6258C2548BC5}" dt="2024-04-23T03:31:40.516" v="7896"/>
          <ac:spMkLst>
            <pc:docMk/>
            <pc:sldMk cId="821088003" sldId="276"/>
            <ac:spMk id="3" creationId="{2A4A75BD-1A44-B12A-25C6-B3F64A1A5EBF}"/>
          </ac:spMkLst>
        </pc:spChg>
        <pc:spChg chg="del mod">
          <ac:chgData name="Jen Hankins" userId="b759ee0b908bc3d0" providerId="LiveId" clId="{0A50C8F9-85D5-436F-B2C9-6258C2548BC5}" dt="2024-04-16T05:09:12.255" v="1583" actId="478"/>
          <ac:spMkLst>
            <pc:docMk/>
            <pc:sldMk cId="821088003" sldId="276"/>
            <ac:spMk id="3" creationId="{A0034E89-1952-5288-08A0-70A4A73BE39E}"/>
          </ac:spMkLst>
        </pc:spChg>
        <pc:spChg chg="add mod">
          <ac:chgData name="Jen Hankins" userId="b759ee0b908bc3d0" providerId="LiveId" clId="{0A50C8F9-85D5-436F-B2C9-6258C2548BC5}" dt="2024-04-25T05:06:14.459" v="25246" actId="20577"/>
          <ac:spMkLst>
            <pc:docMk/>
            <pc:sldMk cId="821088003" sldId="276"/>
            <ac:spMk id="5" creationId="{4BB68D51-16F9-B1B7-0BE9-A6B1BCE53460}"/>
          </ac:spMkLst>
        </pc:spChg>
        <pc:spChg chg="add mod">
          <ac:chgData name="Jen Hankins" userId="b759ee0b908bc3d0" providerId="LiveId" clId="{0A50C8F9-85D5-436F-B2C9-6258C2548BC5}" dt="2024-04-25T03:13:41.885" v="19314" actId="179"/>
          <ac:spMkLst>
            <pc:docMk/>
            <pc:sldMk cId="821088003" sldId="276"/>
            <ac:spMk id="7" creationId="{C8587F54-F094-2EE2-DB7E-3ACED0DFF9A3}"/>
          </ac:spMkLst>
        </pc:spChg>
        <pc:picChg chg="mod">
          <ac:chgData name="Jen Hankins" userId="b759ee0b908bc3d0" providerId="LiveId" clId="{0A50C8F9-85D5-436F-B2C9-6258C2548BC5}" dt="2024-04-16T04:12:48.328" v="166"/>
          <ac:picMkLst>
            <pc:docMk/>
            <pc:sldMk cId="821088003" sldId="276"/>
            <ac:picMk id="17" creationId="{4D6EE8D1-247A-B95F-BD1A-A2D76964CF34}"/>
          </ac:picMkLst>
        </pc:picChg>
      </pc:sldChg>
      <pc:sldChg chg="addSp delSp modSp mod setBg modNotesTx">
        <pc:chgData name="Jen Hankins" userId="b759ee0b908bc3d0" providerId="LiveId" clId="{0A50C8F9-85D5-436F-B2C9-6258C2548BC5}" dt="2024-04-26T03:22:28.669" v="33601" actId="14100"/>
        <pc:sldMkLst>
          <pc:docMk/>
          <pc:sldMk cId="4242039281" sldId="283"/>
        </pc:sldMkLst>
        <pc:spChg chg="del mod">
          <ac:chgData name="Jen Hankins" userId="b759ee0b908bc3d0" providerId="LiveId" clId="{0A50C8F9-85D5-436F-B2C9-6258C2548BC5}" dt="2024-04-16T05:25:53.038" v="1721" actId="478"/>
          <ac:spMkLst>
            <pc:docMk/>
            <pc:sldMk cId="4242039281" sldId="283"/>
            <ac:spMk id="2" creationId="{954ABE40-AA00-F366-A36A-B3F1AADBF025}"/>
          </ac:spMkLst>
        </pc:spChg>
        <pc:spChg chg="del mod">
          <ac:chgData name="Jen Hankins" userId="b759ee0b908bc3d0" providerId="LiveId" clId="{0A50C8F9-85D5-436F-B2C9-6258C2548BC5}" dt="2024-04-16T05:25:59.977" v="1722" actId="478"/>
          <ac:spMkLst>
            <pc:docMk/>
            <pc:sldMk cId="4242039281" sldId="283"/>
            <ac:spMk id="3" creationId="{72446868-83F0-CEEF-5E60-6D55C93B523F}"/>
          </ac:spMkLst>
        </pc:spChg>
        <pc:spChg chg="add mod">
          <ac:chgData name="Jen Hankins" userId="b759ee0b908bc3d0" providerId="LiveId" clId="{0A50C8F9-85D5-436F-B2C9-6258C2548BC5}" dt="2024-04-26T03:22:28.669" v="33601" actId="14100"/>
          <ac:spMkLst>
            <pc:docMk/>
            <pc:sldMk cId="4242039281" sldId="283"/>
            <ac:spMk id="5" creationId="{9BBDE83F-6F6E-4D6D-B3AD-411577F67DED}"/>
          </ac:spMkLst>
        </pc:spChg>
        <pc:spChg chg="add del mod">
          <ac:chgData name="Jen Hankins" userId="b759ee0b908bc3d0" providerId="LiveId" clId="{0A50C8F9-85D5-436F-B2C9-6258C2548BC5}" dt="2024-04-16T05:26:02.642" v="1723" actId="478"/>
          <ac:spMkLst>
            <pc:docMk/>
            <pc:sldMk cId="4242039281" sldId="283"/>
            <ac:spMk id="7" creationId="{28A19A77-6869-6BAF-D6D2-738364E16848}"/>
          </ac:spMkLst>
        </pc:spChg>
        <pc:picChg chg="add mod">
          <ac:chgData name="Jen Hankins" userId="b759ee0b908bc3d0" providerId="LiveId" clId="{0A50C8F9-85D5-436F-B2C9-6258C2548BC5}" dt="2024-04-23T05:40:25.927" v="13049" actId="14100"/>
          <ac:picMkLst>
            <pc:docMk/>
            <pc:sldMk cId="4242039281" sldId="283"/>
            <ac:picMk id="3" creationId="{F767BE3C-484E-EB24-C8CB-91A408DA203D}"/>
          </ac:picMkLst>
        </pc:picChg>
        <pc:picChg chg="mod">
          <ac:chgData name="Jen Hankins" userId="b759ee0b908bc3d0" providerId="LiveId" clId="{0A50C8F9-85D5-436F-B2C9-6258C2548BC5}" dt="2024-04-23T05:40:22.258" v="13048" actId="14100"/>
          <ac:picMkLst>
            <pc:docMk/>
            <pc:sldMk cId="4242039281" sldId="283"/>
            <ac:picMk id="43" creationId="{9100BC91-12A3-DE75-3F38-9C17D39DC5E7}"/>
          </ac:picMkLst>
        </pc:picChg>
      </pc:sldChg>
      <pc:sldChg chg="addSp delSp modSp mod setBg setFolMasterObjs modNotesTx">
        <pc:chgData name="Jen Hankins" userId="b759ee0b908bc3d0" providerId="LiveId" clId="{0A50C8F9-85D5-436F-B2C9-6258C2548BC5}" dt="2024-04-26T01:49:25.070" v="28873" actId="20577"/>
        <pc:sldMkLst>
          <pc:docMk/>
          <pc:sldMk cId="1038351183" sldId="288"/>
        </pc:sldMkLst>
        <pc:spChg chg="mod">
          <ac:chgData name="Jen Hankins" userId="b759ee0b908bc3d0" providerId="LiveId" clId="{0A50C8F9-85D5-436F-B2C9-6258C2548BC5}" dt="2024-04-16T04:37:07.918" v="319" actId="26606"/>
          <ac:spMkLst>
            <pc:docMk/>
            <pc:sldMk cId="1038351183" sldId="288"/>
            <ac:spMk id="2" creationId="{43C2181D-911C-1343-7267-E35AC86CCA0E}"/>
          </ac:spMkLst>
        </pc:spChg>
        <pc:spChg chg="del mod">
          <ac:chgData name="Jen Hankins" userId="b759ee0b908bc3d0" providerId="LiveId" clId="{0A50C8F9-85D5-436F-B2C9-6258C2548BC5}" dt="2024-04-25T02:52:26.601" v="18988" actId="478"/>
          <ac:spMkLst>
            <pc:docMk/>
            <pc:sldMk cId="1038351183" sldId="288"/>
            <ac:spMk id="3" creationId="{25469D20-9E31-8085-1869-45CCA54D19D2}"/>
          </ac:spMkLst>
        </pc:spChg>
        <pc:spChg chg="del mod">
          <ac:chgData name="Jen Hankins" userId="b759ee0b908bc3d0" providerId="LiveId" clId="{0A50C8F9-85D5-436F-B2C9-6258C2548BC5}" dt="2024-04-16T04:39:27.228" v="322" actId="478"/>
          <ac:spMkLst>
            <pc:docMk/>
            <pc:sldMk cId="1038351183" sldId="288"/>
            <ac:spMk id="3" creationId="{9BEA8735-F1DC-1DE6-0A38-429B2F660F8A}"/>
          </ac:spMkLst>
        </pc:spChg>
        <pc:spChg chg="add mod">
          <ac:chgData name="Jen Hankins" userId="b759ee0b908bc3d0" providerId="LiveId" clId="{0A50C8F9-85D5-436F-B2C9-6258C2548BC5}" dt="2024-04-26T00:58:28.548" v="26573" actId="20577"/>
          <ac:spMkLst>
            <pc:docMk/>
            <pc:sldMk cId="1038351183" sldId="288"/>
            <ac:spMk id="4" creationId="{359717D2-5B4A-5617-0183-6CF4F5BE14C3}"/>
          </ac:spMkLst>
        </pc:spChg>
        <pc:spChg chg="add mod">
          <ac:chgData name="Jen Hankins" userId="b759ee0b908bc3d0" providerId="LiveId" clId="{0A50C8F9-85D5-436F-B2C9-6258C2548BC5}" dt="2024-04-25T03:05:01.035" v="19151" actId="179"/>
          <ac:spMkLst>
            <pc:docMk/>
            <pc:sldMk cId="1038351183" sldId="288"/>
            <ac:spMk id="5" creationId="{B16C98AB-F72A-6919-F6DF-2157C8751829}"/>
          </ac:spMkLst>
        </pc:spChg>
        <pc:spChg chg="add del mod">
          <ac:chgData name="Jen Hankins" userId="b759ee0b908bc3d0" providerId="LiveId" clId="{0A50C8F9-85D5-436F-B2C9-6258C2548BC5}" dt="2024-04-16T05:03:13.035" v="1160" actId="21"/>
          <ac:spMkLst>
            <pc:docMk/>
            <pc:sldMk cId="1038351183" sldId="288"/>
            <ac:spMk id="6" creationId="{F8D1590C-61B6-EEC2-4340-27EA0B45CAB5}"/>
          </ac:spMkLst>
        </pc:spChg>
        <pc:spChg chg="add del mod">
          <ac:chgData name="Jen Hankins" userId="b759ee0b908bc3d0" providerId="LiveId" clId="{0A50C8F9-85D5-436F-B2C9-6258C2548BC5}" dt="2024-04-23T03:20:04.986" v="7689"/>
          <ac:spMkLst>
            <pc:docMk/>
            <pc:sldMk cId="1038351183" sldId="288"/>
            <ac:spMk id="7" creationId="{EDF68DED-CC77-2621-5F7A-43C160942361}"/>
          </ac:spMkLst>
        </pc:spChg>
        <pc:spChg chg="add del mod">
          <ac:chgData name="Jen Hankins" userId="b759ee0b908bc3d0" providerId="LiveId" clId="{0A50C8F9-85D5-436F-B2C9-6258C2548BC5}" dt="2024-04-23T03:20:04.962" v="7687"/>
          <ac:spMkLst>
            <pc:docMk/>
            <pc:sldMk cId="1038351183" sldId="288"/>
            <ac:spMk id="8" creationId="{F8D1590C-61B6-EEC2-4340-27EA0B45CAB5}"/>
          </ac:spMkLst>
        </pc:spChg>
        <pc:spChg chg="add del mod">
          <ac:chgData name="Jen Hankins" userId="b759ee0b908bc3d0" providerId="LiveId" clId="{0A50C8F9-85D5-436F-B2C9-6258C2548BC5}" dt="2024-04-23T03:19:53.674" v="7683" actId="478"/>
          <ac:spMkLst>
            <pc:docMk/>
            <pc:sldMk cId="1038351183" sldId="288"/>
            <ac:spMk id="9" creationId="{B1828C47-92D6-2C38-2D68-8A53924AE5C7}"/>
          </ac:spMkLst>
        </pc:spChg>
        <pc:spChg chg="del">
          <ac:chgData name="Jen Hankins" userId="b759ee0b908bc3d0" providerId="LiveId" clId="{0A50C8F9-85D5-436F-B2C9-6258C2548BC5}" dt="2024-04-23T06:49:54.866" v="18719" actId="478"/>
          <ac:spMkLst>
            <pc:docMk/>
            <pc:sldMk cId="1038351183" sldId="288"/>
            <ac:spMk id="10" creationId="{5619E325-B5DA-A33D-EF3D-3BEC49E55625}"/>
          </ac:spMkLst>
        </pc:spChg>
        <pc:spChg chg="add del">
          <ac:chgData name="Jen Hankins" userId="b759ee0b908bc3d0" providerId="LiveId" clId="{0A50C8F9-85D5-436F-B2C9-6258C2548BC5}" dt="2024-04-16T04:37:07.918" v="319" actId="26606"/>
          <ac:spMkLst>
            <pc:docMk/>
            <pc:sldMk cId="1038351183" sldId="288"/>
            <ac:spMk id="44" creationId="{A6CA7A60-8DF8-4B78-BFE3-B372B90AB9F5}"/>
          </ac:spMkLst>
        </pc:spChg>
        <pc:spChg chg="add del">
          <ac:chgData name="Jen Hankins" userId="b759ee0b908bc3d0" providerId="LiveId" clId="{0A50C8F9-85D5-436F-B2C9-6258C2548BC5}" dt="2024-04-16T04:37:07.918" v="319" actId="26606"/>
          <ac:spMkLst>
            <pc:docMk/>
            <pc:sldMk cId="1038351183" sldId="288"/>
            <ac:spMk id="46" creationId="{FF4BD241-F172-410B-B0DE-9D7344B35BA6}"/>
          </ac:spMkLst>
        </pc:spChg>
        <pc:picChg chg="mod">
          <ac:chgData name="Jen Hankins" userId="b759ee0b908bc3d0" providerId="LiveId" clId="{0A50C8F9-85D5-436F-B2C9-6258C2548BC5}" dt="2024-04-16T04:37:07.918" v="319" actId="26606"/>
          <ac:picMkLst>
            <pc:docMk/>
            <pc:sldMk cId="1038351183" sldId="288"/>
            <ac:picMk id="25" creationId="{086C9520-C924-5732-CC82-F0C4A533D4E2}"/>
          </ac:picMkLst>
        </pc:picChg>
        <pc:cxnChg chg="add del">
          <ac:chgData name="Jen Hankins" userId="b759ee0b908bc3d0" providerId="LiveId" clId="{0A50C8F9-85D5-436F-B2C9-6258C2548BC5}" dt="2024-04-16T04:37:07.918" v="319" actId="26606"/>
          <ac:cxnSpMkLst>
            <pc:docMk/>
            <pc:sldMk cId="1038351183" sldId="288"/>
            <ac:cxnSpMk id="30" creationId="{4436E0F2-A64B-471E-93C0-8DFE08CC57C8}"/>
          </ac:cxnSpMkLst>
        </pc:cxnChg>
        <pc:cxnChg chg="add del">
          <ac:chgData name="Jen Hankins" userId="b759ee0b908bc3d0" providerId="LiveId" clId="{0A50C8F9-85D5-436F-B2C9-6258C2548BC5}" dt="2024-04-16T04:37:07.918" v="319" actId="26606"/>
          <ac:cxnSpMkLst>
            <pc:docMk/>
            <pc:sldMk cId="1038351183" sldId="288"/>
            <ac:cxnSpMk id="32" creationId="{DC1E3AB1-2A8C-4607-9FAE-D8BDB280FE1A}"/>
          </ac:cxnSpMkLst>
        </pc:cxnChg>
        <pc:cxnChg chg="add del">
          <ac:chgData name="Jen Hankins" userId="b759ee0b908bc3d0" providerId="LiveId" clId="{0A50C8F9-85D5-436F-B2C9-6258C2548BC5}" dt="2024-04-16T04:37:07.918" v="319" actId="26606"/>
          <ac:cxnSpMkLst>
            <pc:docMk/>
            <pc:sldMk cId="1038351183" sldId="288"/>
            <ac:cxnSpMk id="34" creationId="{26D66059-832F-40B6-A35F-F56C8F38A1E7}"/>
          </ac:cxnSpMkLst>
        </pc:cxnChg>
        <pc:cxnChg chg="add del">
          <ac:chgData name="Jen Hankins" userId="b759ee0b908bc3d0" providerId="LiveId" clId="{0A50C8F9-85D5-436F-B2C9-6258C2548BC5}" dt="2024-04-16T04:37:07.918" v="319" actId="26606"/>
          <ac:cxnSpMkLst>
            <pc:docMk/>
            <pc:sldMk cId="1038351183" sldId="288"/>
            <ac:cxnSpMk id="36" creationId="{A515E2ED-7EA9-448D-83FA-54C3DF9723BD}"/>
          </ac:cxnSpMkLst>
        </pc:cxnChg>
        <pc:cxnChg chg="add del">
          <ac:chgData name="Jen Hankins" userId="b759ee0b908bc3d0" providerId="LiveId" clId="{0A50C8F9-85D5-436F-B2C9-6258C2548BC5}" dt="2024-04-16T04:37:07.918" v="319" actId="26606"/>
          <ac:cxnSpMkLst>
            <pc:docMk/>
            <pc:sldMk cId="1038351183" sldId="288"/>
            <ac:cxnSpMk id="38" creationId="{20595356-EABD-4767-AC9D-EA21FF115EC0}"/>
          </ac:cxnSpMkLst>
        </pc:cxnChg>
        <pc:cxnChg chg="add del">
          <ac:chgData name="Jen Hankins" userId="b759ee0b908bc3d0" providerId="LiveId" clId="{0A50C8F9-85D5-436F-B2C9-6258C2548BC5}" dt="2024-04-16T04:37:07.918" v="319" actId="26606"/>
          <ac:cxnSpMkLst>
            <pc:docMk/>
            <pc:sldMk cId="1038351183" sldId="288"/>
            <ac:cxnSpMk id="40" creationId="{28CD9F06-9628-469C-B788-A894E3E08281}"/>
          </ac:cxnSpMkLst>
        </pc:cxnChg>
        <pc:cxnChg chg="add del">
          <ac:chgData name="Jen Hankins" userId="b759ee0b908bc3d0" providerId="LiveId" clId="{0A50C8F9-85D5-436F-B2C9-6258C2548BC5}" dt="2024-04-16T04:37:07.918" v="319" actId="26606"/>
          <ac:cxnSpMkLst>
            <pc:docMk/>
            <pc:sldMk cId="1038351183" sldId="288"/>
            <ac:cxnSpMk id="42" creationId="{8550A431-0B61-421B-B4B7-24C0CFF0F938}"/>
          </ac:cxnSpMkLst>
        </pc:cxnChg>
        <pc:cxnChg chg="add del">
          <ac:chgData name="Jen Hankins" userId="b759ee0b908bc3d0" providerId="LiveId" clId="{0A50C8F9-85D5-436F-B2C9-6258C2548BC5}" dt="2024-04-16T04:37:07.918" v="319" actId="26606"/>
          <ac:cxnSpMkLst>
            <pc:docMk/>
            <pc:sldMk cId="1038351183" sldId="288"/>
            <ac:cxnSpMk id="48" creationId="{F1CEFB97-33B1-4F90-A6B8-EAA26EEA1E7E}"/>
          </ac:cxnSpMkLst>
        </pc:cxnChg>
      </pc:sldChg>
      <pc:sldChg chg="addSp delSp modSp mod setBg modNotesTx">
        <pc:chgData name="Jen Hankins" userId="b759ee0b908bc3d0" providerId="LiveId" clId="{0A50C8F9-85D5-436F-B2C9-6258C2548BC5}" dt="2024-04-26T01:25:12.882" v="27931" actId="6549"/>
        <pc:sldMkLst>
          <pc:docMk/>
          <pc:sldMk cId="3078994387" sldId="289"/>
        </pc:sldMkLst>
        <pc:spChg chg="add del mod">
          <ac:chgData name="Jen Hankins" userId="b759ee0b908bc3d0" providerId="LiveId" clId="{0A50C8F9-85D5-436F-B2C9-6258C2548BC5}" dt="2024-04-16T04:25:39.870" v="254"/>
          <ac:spMkLst>
            <pc:docMk/>
            <pc:sldMk cId="3078994387" sldId="289"/>
            <ac:spMk id="2" creationId="{19390630-B258-F37A-AD7D-36B0575B1B8D}"/>
          </ac:spMkLst>
        </pc:spChg>
        <pc:spChg chg="add del mod">
          <ac:chgData name="Jen Hankins" userId="b759ee0b908bc3d0" providerId="LiveId" clId="{0A50C8F9-85D5-436F-B2C9-6258C2548BC5}" dt="2024-04-16T04:27:23.100" v="256" actId="21"/>
          <ac:spMkLst>
            <pc:docMk/>
            <pc:sldMk cId="3078994387" sldId="289"/>
            <ac:spMk id="3" creationId="{EB7E7095-EDFB-507A-A5CE-2F47886568D1}"/>
          </ac:spMkLst>
        </pc:spChg>
        <pc:spChg chg="mod">
          <ac:chgData name="Jen Hankins" userId="b759ee0b908bc3d0" providerId="LiveId" clId="{0A50C8F9-85D5-436F-B2C9-6258C2548BC5}" dt="2024-04-16T05:23:51.564" v="1666" actId="20577"/>
          <ac:spMkLst>
            <pc:docMk/>
            <pc:sldMk cId="3078994387" sldId="289"/>
            <ac:spMk id="9" creationId="{6FEC93CF-2672-7D78-F278-58C5E012E0DF}"/>
          </ac:spMkLst>
        </pc:spChg>
        <pc:picChg chg="mod">
          <ac:chgData name="Jen Hankins" userId="b759ee0b908bc3d0" providerId="LiveId" clId="{0A50C8F9-85D5-436F-B2C9-6258C2548BC5}" dt="2024-04-16T04:12:48.328" v="166"/>
          <ac:picMkLst>
            <pc:docMk/>
            <pc:sldMk cId="3078994387" sldId="289"/>
            <ac:picMk id="7" creationId="{ED21B7CD-3D69-26B5-8A0B-52A19A6B0A26}"/>
          </ac:picMkLst>
        </pc:picChg>
      </pc:sldChg>
      <pc:sldChg chg="addSp delSp modSp new mod setBg modNotesTx">
        <pc:chgData name="Jen Hankins" userId="b759ee0b908bc3d0" providerId="LiveId" clId="{0A50C8F9-85D5-436F-B2C9-6258C2548BC5}" dt="2024-04-25T04:11:33.648" v="23386" actId="20577"/>
        <pc:sldMkLst>
          <pc:docMk/>
          <pc:sldMk cId="2169937896" sldId="290"/>
        </pc:sldMkLst>
        <pc:spChg chg="add mod">
          <ac:chgData name="Jen Hankins" userId="b759ee0b908bc3d0" providerId="LiveId" clId="{0A50C8F9-85D5-436F-B2C9-6258C2548BC5}" dt="2024-04-25T03:11:02.030" v="19260" actId="6549"/>
          <ac:spMkLst>
            <pc:docMk/>
            <pc:sldMk cId="2169937896" sldId="290"/>
            <ac:spMk id="3" creationId="{D37383DA-3D6F-562A-73FA-E7DFD8F88ED5}"/>
          </ac:spMkLst>
        </pc:spChg>
        <pc:spChg chg="add mod">
          <ac:chgData name="Jen Hankins" userId="b759ee0b908bc3d0" providerId="LiveId" clId="{0A50C8F9-85D5-436F-B2C9-6258C2548BC5}" dt="2024-04-23T03:30:58.849" v="7858" actId="1076"/>
          <ac:spMkLst>
            <pc:docMk/>
            <pc:sldMk cId="2169937896" sldId="290"/>
            <ac:spMk id="5" creationId="{D5C77415-0CCF-A090-CCCB-F02E93C15A05}"/>
          </ac:spMkLst>
        </pc:spChg>
        <pc:spChg chg="del mod">
          <ac:chgData name="Jen Hankins" userId="b759ee0b908bc3d0" providerId="LiveId" clId="{0A50C8F9-85D5-436F-B2C9-6258C2548BC5}" dt="2024-04-25T02:52:30.568" v="18989" actId="478"/>
          <ac:spMkLst>
            <pc:docMk/>
            <pc:sldMk cId="2169937896" sldId="290"/>
            <ac:spMk id="7" creationId="{65AB37F2-375E-46B3-2E6B-0BEE1D1F20E2}"/>
          </ac:spMkLst>
        </pc:spChg>
        <pc:spChg chg="del">
          <ac:chgData name="Jen Hankins" userId="b759ee0b908bc3d0" providerId="LiveId" clId="{0A50C8F9-85D5-436F-B2C9-6258C2548BC5}" dt="2024-04-23T06:49:00.472" v="18711" actId="478"/>
          <ac:spMkLst>
            <pc:docMk/>
            <pc:sldMk cId="2169937896" sldId="290"/>
            <ac:spMk id="9" creationId="{F01989DA-F7A7-50EA-6A16-9AE207DCF572}"/>
          </ac:spMkLst>
        </pc:spChg>
        <pc:picChg chg="add mod">
          <ac:chgData name="Jen Hankins" userId="b759ee0b908bc3d0" providerId="LiveId" clId="{0A50C8F9-85D5-436F-B2C9-6258C2548BC5}" dt="2024-04-23T06:40:03.430" v="18675"/>
          <ac:picMkLst>
            <pc:docMk/>
            <pc:sldMk cId="2169937896" sldId="290"/>
            <ac:picMk id="6" creationId="{21E35E39-7DE4-C9F3-9531-2D8F3B84552A}"/>
          </ac:picMkLst>
        </pc:picChg>
      </pc:sldChg>
      <pc:sldChg chg="new del">
        <pc:chgData name="Jen Hankins" userId="b759ee0b908bc3d0" providerId="LiveId" clId="{0A50C8F9-85D5-436F-B2C9-6258C2548BC5}" dt="2024-04-23T03:29:24.851" v="7846" actId="680"/>
        <pc:sldMkLst>
          <pc:docMk/>
          <pc:sldMk cId="2466705219" sldId="290"/>
        </pc:sldMkLst>
      </pc:sldChg>
      <pc:sldChg chg="new del">
        <pc:chgData name="Jen Hankins" userId="b759ee0b908bc3d0" providerId="LiveId" clId="{0A50C8F9-85D5-436F-B2C9-6258C2548BC5}" dt="2024-04-23T03:29:34.867" v="7848" actId="680"/>
        <pc:sldMkLst>
          <pc:docMk/>
          <pc:sldMk cId="2992686226" sldId="290"/>
        </pc:sldMkLst>
      </pc:sldChg>
      <pc:sldChg chg="new del">
        <pc:chgData name="Jen Hankins" userId="b759ee0b908bc3d0" providerId="LiveId" clId="{0A50C8F9-85D5-436F-B2C9-6258C2548BC5}" dt="2024-04-23T03:29:12.635" v="7844" actId="680"/>
        <pc:sldMkLst>
          <pc:docMk/>
          <pc:sldMk cId="4030240484" sldId="290"/>
        </pc:sldMkLst>
      </pc:sldChg>
      <pc:sldChg chg="addSp delSp modSp add mod setBg modNotesTx">
        <pc:chgData name="Jen Hankins" userId="b759ee0b908bc3d0" providerId="LiveId" clId="{0A50C8F9-85D5-436F-B2C9-6258C2548BC5}" dt="2024-04-26T02:58:33.899" v="32714" actId="20577"/>
        <pc:sldMkLst>
          <pc:docMk/>
          <pc:sldMk cId="600882924" sldId="291"/>
        </pc:sldMkLst>
        <pc:spChg chg="mod">
          <ac:chgData name="Jen Hankins" userId="b759ee0b908bc3d0" providerId="LiveId" clId="{0A50C8F9-85D5-436F-B2C9-6258C2548BC5}" dt="2024-04-25T04:42:07.806" v="24967" actId="20577"/>
          <ac:spMkLst>
            <pc:docMk/>
            <pc:sldMk cId="600882924" sldId="291"/>
            <ac:spMk id="11" creationId="{83E96495-7950-0304-66A5-5C88B1440802}"/>
          </ac:spMkLst>
        </pc:spChg>
        <pc:spChg chg="del">
          <ac:chgData name="Jen Hankins" userId="b759ee0b908bc3d0" providerId="LiveId" clId="{0A50C8F9-85D5-436F-B2C9-6258C2548BC5}" dt="2024-04-25T02:53:51.559" v="19003" actId="478"/>
          <ac:spMkLst>
            <pc:docMk/>
            <pc:sldMk cId="600882924" sldId="291"/>
            <ac:spMk id="12" creationId="{FD51181E-E453-1F48-2390-206FE8E3448E}"/>
          </ac:spMkLst>
        </pc:spChg>
        <pc:spChg chg="del">
          <ac:chgData name="Jen Hankins" userId="b759ee0b908bc3d0" providerId="LiveId" clId="{0A50C8F9-85D5-436F-B2C9-6258C2548BC5}" dt="2024-04-25T02:53:47.133" v="19002" actId="478"/>
          <ac:spMkLst>
            <pc:docMk/>
            <pc:sldMk cId="600882924" sldId="291"/>
            <ac:spMk id="14" creationId="{A59AE681-2DA6-BEA2-91F0-45A2BB53E38A}"/>
          </ac:spMkLst>
        </pc:spChg>
        <pc:picChg chg="del mod">
          <ac:chgData name="Jen Hankins" userId="b759ee0b908bc3d0" providerId="LiveId" clId="{0A50C8F9-85D5-436F-B2C9-6258C2548BC5}" dt="2024-04-23T04:15:11.720" v="9620" actId="478"/>
          <ac:picMkLst>
            <pc:docMk/>
            <pc:sldMk cId="600882924" sldId="291"/>
            <ac:picMk id="2" creationId="{EC3BEF2F-D5AF-79AC-7598-C8AC210DC629}"/>
          </ac:picMkLst>
        </pc:picChg>
        <pc:picChg chg="add del mod">
          <ac:chgData name="Jen Hankins" userId="b759ee0b908bc3d0" providerId="LiveId" clId="{0A50C8F9-85D5-436F-B2C9-6258C2548BC5}" dt="2024-04-23T04:17:38.304" v="9956" actId="478"/>
          <ac:picMkLst>
            <pc:docMk/>
            <pc:sldMk cId="600882924" sldId="291"/>
            <ac:picMk id="4" creationId="{01AA944A-014C-6EFB-C6E1-48ACD9B81240}"/>
          </ac:picMkLst>
        </pc:picChg>
        <pc:picChg chg="add del mod">
          <ac:chgData name="Jen Hankins" userId="b759ee0b908bc3d0" providerId="LiveId" clId="{0A50C8F9-85D5-436F-B2C9-6258C2548BC5}" dt="2024-04-23T04:17:51.165" v="9961" actId="478"/>
          <ac:picMkLst>
            <pc:docMk/>
            <pc:sldMk cId="600882924" sldId="291"/>
            <ac:picMk id="6" creationId="{69A8BCEF-495C-1882-F2CD-627C11E22748}"/>
          </ac:picMkLst>
        </pc:picChg>
        <pc:picChg chg="add mod">
          <ac:chgData name="Jen Hankins" userId="b759ee0b908bc3d0" providerId="LiveId" clId="{0A50C8F9-85D5-436F-B2C9-6258C2548BC5}" dt="2024-04-23T04:18:51.134" v="9970" actId="14100"/>
          <ac:picMkLst>
            <pc:docMk/>
            <pc:sldMk cId="600882924" sldId="291"/>
            <ac:picMk id="8" creationId="{D18F1B68-2399-D7A7-F7B7-68AF75C738C7}"/>
          </ac:picMkLst>
        </pc:picChg>
        <pc:picChg chg="add mod">
          <ac:chgData name="Jen Hankins" userId="b759ee0b908bc3d0" providerId="LiveId" clId="{0A50C8F9-85D5-436F-B2C9-6258C2548BC5}" dt="2024-04-23T04:18:42.416" v="9968" actId="14100"/>
          <ac:picMkLst>
            <pc:docMk/>
            <pc:sldMk cId="600882924" sldId="291"/>
            <ac:picMk id="10" creationId="{4C7DF3D1-FB0E-1E00-B09D-8FB28884F205}"/>
          </ac:picMkLst>
        </pc:picChg>
      </pc:sldChg>
      <pc:sldChg chg="addSp delSp modSp add mod ord modNotesTx">
        <pc:chgData name="Jen Hankins" userId="b759ee0b908bc3d0" providerId="LiveId" clId="{0A50C8F9-85D5-436F-B2C9-6258C2548BC5}" dt="2024-04-26T03:19:07.678" v="33600" actId="20577"/>
        <pc:sldMkLst>
          <pc:docMk/>
          <pc:sldMk cId="692173544" sldId="292"/>
        </pc:sldMkLst>
        <pc:spChg chg="mod">
          <ac:chgData name="Jen Hankins" userId="b759ee0b908bc3d0" providerId="LiveId" clId="{0A50C8F9-85D5-436F-B2C9-6258C2548BC5}" dt="2024-04-26T03:14:22.683" v="32788" actId="20577"/>
          <ac:spMkLst>
            <pc:docMk/>
            <pc:sldMk cId="692173544" sldId="292"/>
            <ac:spMk id="2" creationId="{314C27C8-165C-5513-DB4B-9D840097C545}"/>
          </ac:spMkLst>
        </pc:spChg>
        <pc:spChg chg="del mod">
          <ac:chgData name="Jen Hankins" userId="b759ee0b908bc3d0" providerId="LiveId" clId="{0A50C8F9-85D5-436F-B2C9-6258C2548BC5}" dt="2024-04-25T04:34:11.051" v="24888" actId="478"/>
          <ac:spMkLst>
            <pc:docMk/>
            <pc:sldMk cId="692173544" sldId="292"/>
            <ac:spMk id="13" creationId="{FA218680-1013-E18D-25BB-B0F2E7A7A840}"/>
          </ac:spMkLst>
        </pc:spChg>
        <pc:spChg chg="mod">
          <ac:chgData name="Jen Hankins" userId="b759ee0b908bc3d0" providerId="LiveId" clId="{0A50C8F9-85D5-436F-B2C9-6258C2548BC5}" dt="2024-04-23T06:46:58.743" v="18698" actId="1076"/>
          <ac:spMkLst>
            <pc:docMk/>
            <pc:sldMk cId="692173544" sldId="292"/>
            <ac:spMk id="14" creationId="{3D836DAE-B231-F141-EF1A-893A5E77374D}"/>
          </ac:spMkLst>
        </pc:spChg>
        <pc:spChg chg="del mod">
          <ac:chgData name="Jen Hankins" userId="b759ee0b908bc3d0" providerId="LiveId" clId="{0A50C8F9-85D5-436F-B2C9-6258C2548BC5}" dt="2024-04-23T06:47:19.969" v="18699" actId="478"/>
          <ac:spMkLst>
            <pc:docMk/>
            <pc:sldMk cId="692173544" sldId="292"/>
            <ac:spMk id="15" creationId="{FEE83594-9E86-9973-EDCB-30D963F794A8}"/>
          </ac:spMkLst>
        </pc:spChg>
        <pc:picChg chg="add del mod">
          <ac:chgData name="Jen Hankins" userId="b759ee0b908bc3d0" providerId="LiveId" clId="{0A50C8F9-85D5-436F-B2C9-6258C2548BC5}" dt="2024-04-25T04:41:42.413" v="24960" actId="478"/>
          <ac:picMkLst>
            <pc:docMk/>
            <pc:sldMk cId="692173544" sldId="292"/>
            <ac:picMk id="4" creationId="{278DC090-74D7-2423-DB1B-FCAAF7E2A46C}"/>
          </ac:picMkLst>
        </pc:picChg>
        <pc:picChg chg="add mod">
          <ac:chgData name="Jen Hankins" userId="b759ee0b908bc3d0" providerId="LiveId" clId="{0A50C8F9-85D5-436F-B2C9-6258C2548BC5}" dt="2024-04-26T03:14:31.620" v="32790" actId="14100"/>
          <ac:picMkLst>
            <pc:docMk/>
            <pc:sldMk cId="692173544" sldId="292"/>
            <ac:picMk id="4" creationId="{451365E3-290C-D9CB-E9C2-D204D7971985}"/>
          </ac:picMkLst>
        </pc:picChg>
        <pc:picChg chg="add del mod">
          <ac:chgData name="Jen Hankins" userId="b759ee0b908bc3d0" providerId="LiveId" clId="{0A50C8F9-85D5-436F-B2C9-6258C2548BC5}" dt="2024-04-23T04:27:04.120" v="10019" actId="478"/>
          <ac:picMkLst>
            <pc:docMk/>
            <pc:sldMk cId="692173544" sldId="292"/>
            <ac:picMk id="4" creationId="{60BB1F64-3637-F34D-0506-E59C1830B66E}"/>
          </ac:picMkLst>
        </pc:picChg>
        <pc:picChg chg="add del mod">
          <ac:chgData name="Jen Hankins" userId="b759ee0b908bc3d0" providerId="LiveId" clId="{0A50C8F9-85D5-436F-B2C9-6258C2548BC5}" dt="2024-04-23T04:22:23.337" v="9995" actId="21"/>
          <ac:picMkLst>
            <pc:docMk/>
            <pc:sldMk cId="692173544" sldId="292"/>
            <ac:picMk id="6" creationId="{08692092-3BA1-9559-D348-1E68D41A466C}"/>
          </ac:picMkLst>
        </pc:picChg>
        <pc:picChg chg="add mod">
          <ac:chgData name="Jen Hankins" userId="b759ee0b908bc3d0" providerId="LiveId" clId="{0A50C8F9-85D5-436F-B2C9-6258C2548BC5}" dt="2024-04-26T03:12:07.914" v="32725" actId="14100"/>
          <ac:picMkLst>
            <pc:docMk/>
            <pc:sldMk cId="692173544" sldId="292"/>
            <ac:picMk id="6" creationId="{EC0C6981-8CF2-BC93-C792-5AB7E53EF644}"/>
          </ac:picMkLst>
        </pc:picChg>
        <pc:picChg chg="add del mod">
          <ac:chgData name="Jen Hankins" userId="b759ee0b908bc3d0" providerId="LiveId" clId="{0A50C8F9-85D5-436F-B2C9-6258C2548BC5}" dt="2024-04-25T04:36:18.251" v="24902" actId="478"/>
          <ac:picMkLst>
            <pc:docMk/>
            <pc:sldMk cId="692173544" sldId="292"/>
            <ac:picMk id="8" creationId="{965BEA8E-05A7-51BB-C72C-661BF6B5D1F3}"/>
          </ac:picMkLst>
        </pc:picChg>
        <pc:picChg chg="add del">
          <ac:chgData name="Jen Hankins" userId="b759ee0b908bc3d0" providerId="LiveId" clId="{0A50C8F9-85D5-436F-B2C9-6258C2548BC5}" dt="2024-04-23T04:28:23.469" v="10030" actId="478"/>
          <ac:picMkLst>
            <pc:docMk/>
            <pc:sldMk cId="692173544" sldId="292"/>
            <ac:picMk id="10" creationId="{C303AEEF-1F21-E75A-B782-CE5DD6130CAA}"/>
          </ac:picMkLst>
        </pc:picChg>
        <pc:picChg chg="add del mod">
          <ac:chgData name="Jen Hankins" userId="b759ee0b908bc3d0" providerId="LiveId" clId="{0A50C8F9-85D5-436F-B2C9-6258C2548BC5}" dt="2024-04-23T04:29:27.955" v="10042" actId="478"/>
          <ac:picMkLst>
            <pc:docMk/>
            <pc:sldMk cId="692173544" sldId="292"/>
            <ac:picMk id="12" creationId="{D97D9DAD-FB8B-C846-E503-B8B5D0F45FE9}"/>
          </ac:picMkLst>
        </pc:picChg>
      </pc:sldChg>
      <pc:sldChg chg="addSp delSp modSp add del mod ord modNotesTx">
        <pc:chgData name="Jen Hankins" userId="b759ee0b908bc3d0" providerId="LiveId" clId="{0A50C8F9-85D5-436F-B2C9-6258C2548BC5}" dt="2024-04-25T04:40:35.915" v="24953" actId="2696"/>
        <pc:sldMkLst>
          <pc:docMk/>
          <pc:sldMk cId="3250412131" sldId="293"/>
        </pc:sldMkLst>
        <pc:spChg chg="del mod">
          <ac:chgData name="Jen Hankins" userId="b759ee0b908bc3d0" providerId="LiveId" clId="{0A50C8F9-85D5-436F-B2C9-6258C2548BC5}" dt="2024-04-23T04:22:33.311" v="9997" actId="478"/>
          <ac:spMkLst>
            <pc:docMk/>
            <pc:sldMk cId="3250412131" sldId="293"/>
            <ac:spMk id="2" creationId="{314C27C8-165C-5513-DB4B-9D840097C545}"/>
          </ac:spMkLst>
        </pc:spChg>
        <pc:spChg chg="del">
          <ac:chgData name="Jen Hankins" userId="b759ee0b908bc3d0" providerId="LiveId" clId="{0A50C8F9-85D5-436F-B2C9-6258C2548BC5}" dt="2024-04-25T02:53:43.721" v="19001" actId="478"/>
          <ac:spMkLst>
            <pc:docMk/>
            <pc:sldMk cId="3250412131" sldId="293"/>
            <ac:spMk id="5" creationId="{5250CC50-4B6F-1323-0B6A-5DAF5A893EAB}"/>
          </ac:spMkLst>
        </pc:spChg>
        <pc:spChg chg="del">
          <ac:chgData name="Jen Hankins" userId="b759ee0b908bc3d0" providerId="LiveId" clId="{0A50C8F9-85D5-436F-B2C9-6258C2548BC5}" dt="2024-04-25T02:53:40.375" v="19000" actId="478"/>
          <ac:spMkLst>
            <pc:docMk/>
            <pc:sldMk cId="3250412131" sldId="293"/>
            <ac:spMk id="8" creationId="{D3E9E3DA-91E7-7EC2-B231-65E82AC6213D}"/>
          </ac:spMkLst>
        </pc:spChg>
        <pc:picChg chg="add del mod">
          <ac:chgData name="Jen Hankins" userId="b759ee0b908bc3d0" providerId="LiveId" clId="{0A50C8F9-85D5-436F-B2C9-6258C2548BC5}" dt="2024-04-23T04:28:53.252" v="10036" actId="478"/>
          <ac:picMkLst>
            <pc:docMk/>
            <pc:sldMk cId="3250412131" sldId="293"/>
            <ac:picMk id="4" creationId="{4A8FFDAE-AD8F-D506-4680-AB9701540FD3}"/>
          </ac:picMkLst>
        </pc:picChg>
        <pc:picChg chg="add mod">
          <ac:chgData name="Jen Hankins" userId="b759ee0b908bc3d0" providerId="LiveId" clId="{0A50C8F9-85D5-436F-B2C9-6258C2548BC5}" dt="2024-04-25T04:34:44.372" v="24891" actId="14100"/>
          <ac:picMkLst>
            <pc:docMk/>
            <pc:sldMk cId="3250412131" sldId="293"/>
            <ac:picMk id="6" creationId="{08692092-3BA1-9559-D348-1E68D41A466C}"/>
          </ac:picMkLst>
        </pc:picChg>
      </pc:sldChg>
      <pc:sldChg chg="addSp delSp modSp add mod ord modNotesTx">
        <pc:chgData name="Jen Hankins" userId="b759ee0b908bc3d0" providerId="LiveId" clId="{0A50C8F9-85D5-436F-B2C9-6258C2548BC5}" dt="2024-04-26T03:24:15.500" v="33608" actId="20577"/>
        <pc:sldMkLst>
          <pc:docMk/>
          <pc:sldMk cId="2974222000" sldId="294"/>
        </pc:sldMkLst>
        <pc:spChg chg="del mod">
          <ac:chgData name="Jen Hankins" userId="b759ee0b908bc3d0" providerId="LiveId" clId="{0A50C8F9-85D5-436F-B2C9-6258C2548BC5}" dt="2024-04-23T04:30:46.619" v="10053" actId="478"/>
          <ac:spMkLst>
            <pc:docMk/>
            <pc:sldMk cId="2974222000" sldId="294"/>
            <ac:spMk id="2" creationId="{314C27C8-165C-5513-DB4B-9D840097C545}"/>
          </ac:spMkLst>
        </pc:spChg>
        <pc:spChg chg="del mod">
          <ac:chgData name="Jen Hankins" userId="b759ee0b908bc3d0" providerId="LiveId" clId="{0A50C8F9-85D5-436F-B2C9-6258C2548BC5}" dt="2024-04-25T02:53:16.929" v="18996" actId="478"/>
          <ac:spMkLst>
            <pc:docMk/>
            <pc:sldMk cId="2974222000" sldId="294"/>
            <ac:spMk id="5" creationId="{31A2BDED-E1EB-A5B7-8482-37499A66547F}"/>
          </ac:spMkLst>
        </pc:spChg>
        <pc:spChg chg="del">
          <ac:chgData name="Jen Hankins" userId="b759ee0b908bc3d0" providerId="LiveId" clId="{0A50C8F9-85D5-436F-B2C9-6258C2548BC5}" dt="2024-04-25T02:53:20.868" v="18997" actId="478"/>
          <ac:spMkLst>
            <pc:docMk/>
            <pc:sldMk cId="2974222000" sldId="294"/>
            <ac:spMk id="7" creationId="{F72DEEF3-ADA1-9B4C-B42D-419706A3FBF7}"/>
          </ac:spMkLst>
        </pc:spChg>
        <pc:spChg chg="add mod">
          <ac:chgData name="Jen Hankins" userId="b759ee0b908bc3d0" providerId="LiveId" clId="{0A50C8F9-85D5-436F-B2C9-6258C2548BC5}" dt="2024-04-26T03:24:15.500" v="33608" actId="20577"/>
          <ac:spMkLst>
            <pc:docMk/>
            <pc:sldMk cId="2974222000" sldId="294"/>
            <ac:spMk id="9" creationId="{C12AFF3D-42BD-EE02-3AC7-F1C650DD2A03}"/>
          </ac:spMkLst>
        </pc:spChg>
        <pc:picChg chg="add mod">
          <ac:chgData name="Jen Hankins" userId="b759ee0b908bc3d0" providerId="LiveId" clId="{0A50C8F9-85D5-436F-B2C9-6258C2548BC5}" dt="2024-04-25T04:38:16.691" v="24927" actId="1076"/>
          <ac:picMkLst>
            <pc:docMk/>
            <pc:sldMk cId="2974222000" sldId="294"/>
            <ac:picMk id="2" creationId="{975C5AA8-F67B-552B-8136-1D01B6DA7D9B}"/>
          </ac:picMkLst>
        </pc:picChg>
        <pc:picChg chg="add del mod">
          <ac:chgData name="Jen Hankins" userId="b759ee0b908bc3d0" providerId="LiveId" clId="{0A50C8F9-85D5-436F-B2C9-6258C2548BC5}" dt="2024-04-25T04:35:42.561" v="24896" actId="478"/>
          <ac:picMkLst>
            <pc:docMk/>
            <pc:sldMk cId="2974222000" sldId="294"/>
            <ac:picMk id="4" creationId="{4A75D5FB-638D-6146-3F05-D0A4E9A81E09}"/>
          </ac:picMkLst>
        </pc:picChg>
        <pc:picChg chg="add del mod">
          <ac:chgData name="Jen Hankins" userId="b759ee0b908bc3d0" providerId="LiveId" clId="{0A50C8F9-85D5-436F-B2C9-6258C2548BC5}" dt="2024-04-25T04:37:23.934" v="24915" actId="478"/>
          <ac:picMkLst>
            <pc:docMk/>
            <pc:sldMk cId="2974222000" sldId="294"/>
            <ac:picMk id="6" creationId="{0FDA0580-B913-164D-F17F-2C5F044A8D46}"/>
          </ac:picMkLst>
        </pc:picChg>
        <pc:picChg chg="del">
          <ac:chgData name="Jen Hankins" userId="b759ee0b908bc3d0" providerId="LiveId" clId="{0A50C8F9-85D5-436F-B2C9-6258C2548BC5}" dt="2024-04-23T04:29:52.137" v="10046" actId="478"/>
          <ac:picMkLst>
            <pc:docMk/>
            <pc:sldMk cId="2974222000" sldId="294"/>
            <ac:picMk id="8" creationId="{965BEA8E-05A7-51BB-C72C-661BF6B5D1F3}"/>
          </ac:picMkLst>
        </pc:picChg>
      </pc:sldChg>
      <pc:sldChg chg="addSp delSp modSp add mod modNotesTx">
        <pc:chgData name="Jen Hankins" userId="b759ee0b908bc3d0" providerId="LiveId" clId="{0A50C8F9-85D5-436F-B2C9-6258C2548BC5}" dt="2024-04-26T02:21:09.950" v="30351" actId="20577"/>
        <pc:sldMkLst>
          <pc:docMk/>
          <pc:sldMk cId="417785440" sldId="295"/>
        </pc:sldMkLst>
        <pc:spChg chg="mod">
          <ac:chgData name="Jen Hankins" userId="b759ee0b908bc3d0" providerId="LiveId" clId="{0A50C8F9-85D5-436F-B2C9-6258C2548BC5}" dt="2024-04-25T03:15:32.899" v="19387" actId="20577"/>
          <ac:spMkLst>
            <pc:docMk/>
            <pc:sldMk cId="417785440" sldId="295"/>
            <ac:spMk id="2" creationId="{47A9874B-BCA9-8420-1595-EDD1865A099A}"/>
          </ac:spMkLst>
        </pc:spChg>
        <pc:spChg chg="add mod">
          <ac:chgData name="Jen Hankins" userId="b759ee0b908bc3d0" providerId="LiveId" clId="{0A50C8F9-85D5-436F-B2C9-6258C2548BC5}" dt="2024-04-25T04:02:39.362" v="22685" actId="20577"/>
          <ac:spMkLst>
            <pc:docMk/>
            <pc:sldMk cId="417785440" sldId="295"/>
            <ac:spMk id="3" creationId="{6E319FA5-A500-538F-E1AB-BC3412BC3619}"/>
          </ac:spMkLst>
        </pc:spChg>
        <pc:spChg chg="del mod">
          <ac:chgData name="Jen Hankins" userId="b759ee0b908bc3d0" providerId="LiveId" clId="{0A50C8F9-85D5-436F-B2C9-6258C2548BC5}" dt="2024-04-25T03:03:43.095" v="19145" actId="478"/>
          <ac:spMkLst>
            <pc:docMk/>
            <pc:sldMk cId="417785440" sldId="295"/>
            <ac:spMk id="5" creationId="{B647958A-257C-7510-C654-F4379603B217}"/>
          </ac:spMkLst>
        </pc:spChg>
        <pc:spChg chg="del">
          <ac:chgData name="Jen Hankins" userId="b759ee0b908bc3d0" providerId="LiveId" clId="{0A50C8F9-85D5-436F-B2C9-6258C2548BC5}" dt="2024-04-25T03:03:40.521" v="19144" actId="478"/>
          <ac:spMkLst>
            <pc:docMk/>
            <pc:sldMk cId="417785440" sldId="295"/>
            <ac:spMk id="7" creationId="{E5537F15-AC0F-E599-F7B7-D5A53E38782C}"/>
          </ac:spMkLst>
        </pc:spChg>
        <pc:picChg chg="add mod">
          <ac:chgData name="Jen Hankins" userId="b759ee0b908bc3d0" providerId="LiveId" clId="{0A50C8F9-85D5-436F-B2C9-6258C2548BC5}" dt="2024-04-23T06:39:10.554" v="18673"/>
          <ac:picMkLst>
            <pc:docMk/>
            <pc:sldMk cId="417785440" sldId="295"/>
            <ac:picMk id="4" creationId="{4F322503-E7D6-B3BC-5AEF-7F901B93D0C7}"/>
          </ac:picMkLst>
        </pc:picChg>
      </pc:sldChg>
      <pc:sldChg chg="modSp add mod ord modNotesTx">
        <pc:chgData name="Jen Hankins" userId="b759ee0b908bc3d0" providerId="LiveId" clId="{0A50C8F9-85D5-436F-B2C9-6258C2548BC5}" dt="2024-04-26T03:13:13.516" v="32764" actId="20577"/>
        <pc:sldMkLst>
          <pc:docMk/>
          <pc:sldMk cId="468141642" sldId="296"/>
        </pc:sldMkLst>
        <pc:spChg chg="mod">
          <ac:chgData name="Jen Hankins" userId="b759ee0b908bc3d0" providerId="LiveId" clId="{0A50C8F9-85D5-436F-B2C9-6258C2548BC5}" dt="2024-04-26T03:13:13.516" v="32764" actId="20577"/>
          <ac:spMkLst>
            <pc:docMk/>
            <pc:sldMk cId="468141642" sldId="296"/>
            <ac:spMk id="2" creationId="{314C27C8-165C-5513-DB4B-9D840097C545}"/>
          </ac:spMkLst>
        </pc:spChg>
      </pc:sldChg>
      <pc:sldMasterChg chg="delSldLayout">
        <pc:chgData name="Jen Hankins" userId="b759ee0b908bc3d0" providerId="LiveId" clId="{0A50C8F9-85D5-436F-B2C9-6258C2548BC5}" dt="2024-04-23T04:30:59.605" v="10055" actId="2696"/>
        <pc:sldMasterMkLst>
          <pc:docMk/>
          <pc:sldMasterMk cId="1556065105" sldId="2147483667"/>
        </pc:sldMasterMkLst>
        <pc:sldLayoutChg chg="del">
          <pc:chgData name="Jen Hankins" userId="b759ee0b908bc3d0" providerId="LiveId" clId="{0A50C8F9-85D5-436F-B2C9-6258C2548BC5}" dt="2024-04-23T04:08:15.404" v="9490" actId="2696"/>
          <pc:sldLayoutMkLst>
            <pc:docMk/>
            <pc:sldMasterMk cId="1556065105" sldId="2147483667"/>
            <pc:sldLayoutMk cId="177422774" sldId="2147483688"/>
          </pc:sldLayoutMkLst>
        </pc:sldLayoutChg>
        <pc:sldLayoutChg chg="del">
          <pc:chgData name="Jen Hankins" userId="b759ee0b908bc3d0" providerId="LiveId" clId="{0A50C8F9-85D5-436F-B2C9-6258C2548BC5}" dt="2024-04-23T04:09:35.337" v="9512" actId="2696"/>
          <pc:sldLayoutMkLst>
            <pc:docMk/>
            <pc:sldMasterMk cId="1556065105" sldId="2147483667"/>
            <pc:sldLayoutMk cId="114884233" sldId="2147483690"/>
          </pc:sldLayoutMkLst>
        </pc:sldLayoutChg>
        <pc:sldLayoutChg chg="del">
          <pc:chgData name="Jen Hankins" userId="b759ee0b908bc3d0" providerId="LiveId" clId="{0A50C8F9-85D5-436F-B2C9-6258C2548BC5}" dt="2024-04-23T04:30:59.605" v="10055" actId="2696"/>
          <pc:sldLayoutMkLst>
            <pc:docMk/>
            <pc:sldMasterMk cId="1556065105" sldId="2147483667"/>
            <pc:sldLayoutMk cId="1125396299" sldId="214748369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4/25/2024</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4/25/2024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dirty="0"/>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Hallmark Assessment Task for Lead 411 Human Resource Fundamentals is a job analysis and application project. The purpose of this project is to examine best practices in selecting, hiring, and training to design a selection and training process for the job analyzed. The job focus for this analysis project is a Director of Human Resources position. The data collection methods for my research included a personal interview (Appendix A), supporting documents shared by my interviewee – Behavioral Interview Questions (Appendix B), Job Description Template (Appendix C), and LinkedIn. The research and data collection methods advantages are that it provided a comprehensive view of the best practices and allowed me to formulate a solid design for selection, hiring, and training processes. There was no disadvantage to this method, but rather that the data itself could have easily resulted in a lengthier presentation. Overall, my research and data collection highlighted the importance of identifying interview objectives, explained in more detail in my conclusion. </a:t>
            </a:r>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dirty="0"/>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of Contents highlights the project deliverables and presentation slides (15 total slides).</a:t>
            </a:r>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dirty="0"/>
          </a:p>
        </p:txBody>
      </p:sp>
    </p:spTree>
    <p:extLst>
      <p:ext uri="{BB962C8B-B14F-4D97-AF65-F5344CB8AC3E}">
        <p14:creationId xmlns:p14="http://schemas.microsoft.com/office/powerpoint/2010/main" val="387368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 interviewed a co-worker - Greer Thomas, Director of Human Resources position at The Chenega Corporation, located in Anchorage, Alaska. Greer holds a B.S. in Organizational Communications and a Master’s in Human Resources and Labor Relations and has over 25 years of experience in human resources. Chenega is a large Alaska Native corporation that owns many subsidiaries located throughout the United States and overseas, with over 7,700 employees. As a remote employee from Florida, she travels to the corporate office and headquarters offices for the four strategic business units located in Texas, Virginia, and the District of Columbia.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I’m the Corporate Paralegal at the Alaska office and along with in-house counsel attorneys, collaborate weekly with Greer regarding employment matters. Greer has extensive knowledge and experience in dealing with various agencies (e.g., the EEOC, National Labor Relations Board, and Department of Labor) and just about any employment matter you can imagine. She has a very real sense of people that highlights the need to hire based on emotional intelligence and experience to navigate the challenges in the field of human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dirty="0"/>
          </a:p>
        </p:txBody>
      </p:sp>
    </p:spTree>
    <p:extLst>
      <p:ext uri="{BB962C8B-B14F-4D97-AF65-F5344CB8AC3E}">
        <p14:creationId xmlns:p14="http://schemas.microsoft.com/office/powerpoint/2010/main" val="3727634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dirty="0">
                <a:latin typeface="Times New Roman" panose="02020603050405020304" pitchFamily="18" charset="0"/>
                <a:cs typeface="Times New Roman" panose="02020603050405020304" pitchFamily="18" charset="0"/>
              </a:rPr>
              <a:t>During my interview with Greer, she explained that her educational background had provided a solid basis of knowledge. However, it is experience that has proven more valuable. Experience is what she looks for in applicants, and while she recommends at least a certification, she looks for at least three years of experience for an applicant for an entry-level position in HR. Greer explains, “I consider my role as ‘the generalist’ meaning, all aspects of HR with a heavy emphasis on compliance, finding answers to questions through creativity, flexibility and emotional intelligence” (Thomas, 2024). She provided documents that support the selection, hiring, and training process I chose - </a:t>
            </a:r>
            <a:r>
              <a:rPr lang="en-US" b="1" dirty="0">
                <a:latin typeface="Times New Roman" panose="02020603050405020304" pitchFamily="18" charset="0"/>
                <a:cs typeface="Times New Roman" panose="02020603050405020304" pitchFamily="18" charset="0"/>
              </a:rPr>
              <a:t>(</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Appendix A) </a:t>
            </a:r>
            <a:r>
              <a:rPr lang="en-US" sz="1800" b="0" kern="100" dirty="0">
                <a:effectLst/>
                <a:latin typeface="Calibri" panose="020F0502020204030204" pitchFamily="34" charset="0"/>
                <a:ea typeface="Calibri" panose="020F0502020204030204" pitchFamily="34" charset="0"/>
                <a:cs typeface="Times New Roman" panose="02020603050405020304" pitchFamily="18" charset="0"/>
              </a:rPr>
              <a:t>Interview Notes,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(Appendix B)</a:t>
            </a:r>
            <a:r>
              <a:rPr lang="en-US" sz="1800" b="0" kern="100" dirty="0">
                <a:effectLst/>
                <a:latin typeface="Calibri" panose="020F0502020204030204" pitchFamily="34" charset="0"/>
                <a:ea typeface="Calibri" panose="020F0502020204030204" pitchFamily="34" charset="0"/>
                <a:cs typeface="Times New Roman" panose="02020603050405020304" pitchFamily="18" charset="0"/>
              </a:rPr>
              <a:t> Behavioral Interview Questions, and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(Appendix C)</a:t>
            </a:r>
            <a:r>
              <a:rPr lang="en-US" sz="1800" b="0" kern="100" dirty="0">
                <a:effectLst/>
                <a:latin typeface="Calibri" panose="020F0502020204030204" pitchFamily="34" charset="0"/>
                <a:ea typeface="Calibri" panose="020F0502020204030204" pitchFamily="34" charset="0"/>
                <a:cs typeface="Times New Roman" panose="02020603050405020304" pitchFamily="18" charset="0"/>
              </a:rPr>
              <a:t> Job Description Template. </a:t>
            </a:r>
            <a:r>
              <a:rPr lang="en-US" dirty="0">
                <a:latin typeface="Times New Roman" panose="02020603050405020304" pitchFamily="18" charset="0"/>
                <a:cs typeface="Times New Roman" panose="02020603050405020304" pitchFamily="18" charset="0"/>
              </a:rPr>
              <a:t>LinkedIn provided a helpful context to industry trends.</a:t>
            </a:r>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dirty="0"/>
          </a:p>
        </p:txBody>
      </p:sp>
    </p:spTree>
    <p:extLst>
      <p:ext uri="{BB962C8B-B14F-4D97-AF65-F5344CB8AC3E}">
        <p14:creationId xmlns:p14="http://schemas.microsoft.com/office/powerpoint/2010/main" val="1233045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The snippet, the Chenega Corporation Job Description Template (Appendix B), shows the vast level of skills and responsibilities. During my interview, I asked Greer how much of her work is done independently, and she said, “About 75% of my time is spent working independently with a 50/50 use of instincts versus knowledge” (Thomas, 2024). She explained that an applicant must have a minimum of a bachelor’s degree or five years of experience, and it’s highly preferred that an applicant have a SHRM-CP or SHRM-SCP certification. </a:t>
            </a:r>
          </a:p>
          <a:p>
            <a:r>
              <a:rPr lang="en-US" dirty="0">
                <a:latin typeface="Times New Roman" panose="02020603050405020304" pitchFamily="18" charset="0"/>
                <a:cs typeface="Times New Roman" panose="02020603050405020304" pitchFamily="18" charset="0"/>
              </a:rPr>
              <a:t>I searched LinkedIn for “Director of Human Resources”, and one of the searches, a Native American Indian company, had a similar job description very (e.g., “partnering with executive leadership, to understand… talent strategy, future talent needs of retention and succession planning, analyzing trends, and </a:t>
            </a:r>
            <a:r>
              <a:rPr lang="en-US" b="0" i="0" dirty="0">
                <a:effectLst/>
                <a:latin typeface="-apple-system"/>
              </a:rPr>
              <a:t>directives advising department directors of policy regarding equal employment opportunities, compensation plan, and employee benefits” (LinkedIn, 2024). This highlights the importance of the selection process to screen for highly qualified and experienced applicants.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dirty="0"/>
          </a:p>
        </p:txBody>
      </p:sp>
    </p:spTree>
    <p:extLst>
      <p:ext uri="{BB962C8B-B14F-4D97-AF65-F5344CB8AC3E}">
        <p14:creationId xmlns:p14="http://schemas.microsoft.com/office/powerpoint/2010/main" val="465852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The knowledge, skills, and abilities (KSAs) for a Director of Human Resources (Appendix B) show that one must have an excellent and highly proficient skill set. Greer explained that during applicant selection, she uses a set of behavioral interview questions – the STAR method of </a:t>
            </a:r>
            <a:r>
              <a:rPr lang="en-US" sz="1800" kern="0" dirty="0">
                <a:solidFill>
                  <a:srgbClr val="1F1F1F"/>
                </a:solidFill>
                <a:effectLst/>
                <a:latin typeface="Arial" panose="020B0604020202020204" pitchFamily="34" charset="0"/>
                <a:ea typeface="Times New Roman" panose="02020603050405020304" pitchFamily="18" charset="0"/>
              </a:rPr>
              <a:t>Situation, Task, Action, Result</a:t>
            </a:r>
            <a:r>
              <a:rPr lang="en-US" dirty="0">
                <a:latin typeface="Times New Roman" panose="02020603050405020304" pitchFamily="18" charset="0"/>
                <a:cs typeface="Times New Roman" panose="02020603050405020304" pitchFamily="18" charset="0"/>
              </a:rPr>
              <a:t> - to test one’s strategic thinking, business acumen, leadership style, problem-solving skills, understanding of legal complexities, and employee relations (Thomas, 2024). Similarly, my research on LinkedIn also revealed standards of excellence in KSAs such as “</a:t>
            </a:r>
            <a:r>
              <a:rPr lang="en-US" b="0" i="0" dirty="0">
                <a:effectLst/>
                <a:latin typeface="-apple-system"/>
              </a:rPr>
              <a:t>High level of organizational skills, and ability to communicate effectively. Very strong interpersonal and effective communication skills” (LinkedIn, 2024). </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dirty="0"/>
          </a:p>
        </p:txBody>
      </p:sp>
    </p:spTree>
    <p:extLst>
      <p:ext uri="{BB962C8B-B14F-4D97-AF65-F5344CB8AC3E}">
        <p14:creationId xmlns:p14="http://schemas.microsoft.com/office/powerpoint/2010/main" val="398844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Greer explained that during applicant selection, she really wants to see strong experience over education. Someone can “look good on paper” yet not be able to collaborate with internal or external clients, lack people skills, not communicate effectively, or not work well under pressure. First, selection begins with posting the job to required websites like SHRM, the company’s webpage, LinkedIn, and possibly other sites like Indeed. Second, applicants submit their resumes to apply. Third, resumes are screened to select applicants with minimum education and experience qualifications. Fourth, interviews are scheduled based on that selection; these interviews may be in-person or virtual (on camera). Fifth, the interview uses the STAR </a:t>
            </a:r>
            <a:r>
              <a:rPr lang="en-US" sz="1200" dirty="0">
                <a:solidFill>
                  <a:schemeClr val="tx1"/>
                </a:solidFill>
                <a:latin typeface="Times New Roman" panose="02020603050405020304" pitchFamily="18" charset="0"/>
                <a:cs typeface="Times New Roman" panose="02020603050405020304" pitchFamily="18" charset="0"/>
              </a:rPr>
              <a:t>(Situation, Task, Action, Result) </a:t>
            </a:r>
            <a:r>
              <a:rPr lang="en-US" dirty="0">
                <a:latin typeface="Times New Roman" panose="02020603050405020304" pitchFamily="18" charset="0"/>
                <a:cs typeface="Times New Roman" panose="02020603050405020304" pitchFamily="18" charset="0"/>
              </a:rPr>
              <a:t>method to collect as much specific detail on the applicant’s past experiences to determine future performance and applicants are ranked. Sixth, a background check is performed on the top-scoring applicant. Seventh, an informal offer is given by phone – this is a chance to negotiate – and once agreed, a formal offer is sent via email.</a:t>
            </a:r>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dirty="0"/>
          </a:p>
        </p:txBody>
      </p:sp>
    </p:spTree>
    <p:extLst>
      <p:ext uri="{BB962C8B-B14F-4D97-AF65-F5344CB8AC3E}">
        <p14:creationId xmlns:p14="http://schemas.microsoft.com/office/powerpoint/2010/main" val="744047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Greer explained that during applicant selection, she uses a set of behavioral interview questions to test one’s strategic thinking, business acumen, leadership style, problem-solving skills, understanding of legal complexities, and employee relations. The snippets are two examples of the behavioral interview questions she uses in applicant selection (Appendix C). This highlights the components of emotional intelligence and experience. This really emphasizes the need to identify the required skills for the position and your ability to capture this during a single interview.</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dirty="0"/>
          </a:p>
        </p:txBody>
      </p:sp>
    </p:spTree>
    <p:extLst>
      <p:ext uri="{BB962C8B-B14F-4D97-AF65-F5344CB8AC3E}">
        <p14:creationId xmlns:p14="http://schemas.microsoft.com/office/powerpoint/2010/main" val="1495799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Greer explained that onboarding training differs – if the new hire will be remote or work onsite – if remote, then the onboarding is one-on-one and more intensive over a week or two, and if the employee will be an onsite worker, then training is over a month or two – both depend on the individual’s training and learning needs. The new hire is expected to continue education through company-sponsored training events and webinars and is required to stay apprised of policy, laws, and changes to regulations. The HR department posts, via Yammer, company-wide, the latest HR news and updates to policy and rule-making, and any updates to internal policies. All employees have mandatory training via Learn Upon reminders that are sent for one or two months prior to the due date.</a:t>
            </a:r>
          </a:p>
          <a:p>
            <a:r>
              <a:rPr lang="en-US" dirty="0">
                <a:latin typeface="Times New Roman" panose="02020603050405020304" pitchFamily="18" charset="0"/>
                <a:cs typeface="Times New Roman" panose="02020603050405020304" pitchFamily="18" charset="0"/>
              </a:rPr>
              <a:t>I agree with these training approaches, that they are supported by leadership, but further agree that the employee themselves still has a level of responsibility to take ownership of their training and skillset. Greer stated, “Look for ways beyond mandatory and leadership-sponsored training to hone skills and gain that practical experience hiring managers are looking for, and what will further you as an asset to your organization” (Greer, 2024).</a:t>
            </a:r>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dirty="0"/>
          </a:p>
        </p:txBody>
      </p:sp>
    </p:spTree>
    <p:extLst>
      <p:ext uri="{BB962C8B-B14F-4D97-AF65-F5344CB8AC3E}">
        <p14:creationId xmlns:p14="http://schemas.microsoft.com/office/powerpoint/2010/main" val="600668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In conclusion, I was able to identify the methods I would use to select, hire, and train someone in the field of Human Resources, especially someone at the level of Director. The key takeaways were using methods to identify experienced applicants by using the STAR method - </a:t>
            </a:r>
            <a:r>
              <a:rPr lang="en-US" sz="1200" kern="0" dirty="0">
                <a:solidFill>
                  <a:srgbClr val="1F1F1F"/>
                </a:solidFill>
                <a:effectLst/>
                <a:latin typeface="Arial" panose="020B0604020202020204" pitchFamily="34" charset="0"/>
                <a:ea typeface="Times New Roman" panose="02020603050405020304" pitchFamily="18" charset="0"/>
              </a:rPr>
              <a:t>Situation, Task, Action, Result – and fostering/supporting employee development.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 a hiring manager, to be able to select applicants with a strong skillset to navigate the ever-changing field of human resources and employment law. During my interview with Greer and in my research, it became clear that continuing your education, either formally or through other learning platforms, allows you to practice adaptability and makes you a more valuable member of your work team and employer. So as a HR hiring manager, encouraging my employee to take on new tasks as an opportunity to gain practical skills through experience, something you don’t get with a degree alone. Also, placing a value on internships and a chance for college students to gain practical experience as a competitive advantage to their colleagues. I have personally found that taking the initiative to learn new skills results in promotions and future job references. I asked Greer what advice she would offer to those looking to enter the HR field, and she said, “First, continue your education and be adaptable, and second, be willing to ask questions, admit when you need help, have failures, or needed guidance” (Greer, 2024). With the completion of this project and HR Fundamentals</a:t>
            </a:r>
            <a:r>
              <a:rPr lang="en-US">
                <a:latin typeface="Times New Roman" panose="02020603050405020304" pitchFamily="18" charset="0"/>
                <a:cs typeface="Times New Roman" panose="02020603050405020304" pitchFamily="18" charset="0"/>
              </a:rPr>
              <a:t>, I </a:t>
            </a:r>
            <a:r>
              <a:rPr lang="en-US" dirty="0">
                <a:latin typeface="Times New Roman" panose="02020603050405020304" pitchFamily="18" charset="0"/>
                <a:cs typeface="Times New Roman" panose="02020603050405020304" pitchFamily="18" charset="0"/>
              </a:rPr>
              <a:t>have a better understanding when I broaden my horizons into the field of HR and organizational leadership.</a:t>
            </a:r>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dirty="0"/>
          </a:p>
        </p:txBody>
      </p:sp>
    </p:spTree>
    <p:extLst>
      <p:ext uri="{BB962C8B-B14F-4D97-AF65-F5344CB8AC3E}">
        <p14:creationId xmlns:p14="http://schemas.microsoft.com/office/powerpoint/2010/main" val="206508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dirty="0"/>
          </a:p>
        </p:txBody>
      </p:sp>
    </p:spTree>
    <p:extLst>
      <p:ext uri="{BB962C8B-B14F-4D97-AF65-F5344CB8AC3E}">
        <p14:creationId xmlns:p14="http://schemas.microsoft.com/office/powerpoint/2010/main" val="2729973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Appendix A </a:t>
            </a:r>
            <a:r>
              <a:rPr lang="en-US" dirty="0">
                <a:latin typeface="Times New Roman" panose="02020603050405020304" pitchFamily="18" charset="0"/>
                <a:cs typeface="Times New Roman" panose="02020603050405020304" pitchFamily="18" charset="0"/>
              </a:rPr>
              <a:t>– My interview with Greer was informative and was an in-depth glimpse into the world of HR management. The key takeaways - to be effective, a HR manager must develop themself first before they can effectively manage people and succeed. Also, adaptability – the HR field is constantly changing with laws, regulations, and employment challenges and the ability to flex with that and broaden your thinking to better understanding is crucial. </a:t>
            </a:r>
          </a:p>
        </p:txBody>
      </p:sp>
      <p:sp>
        <p:nvSpPr>
          <p:cNvPr id="4" name="Slide Number Placeholder 3"/>
          <p:cNvSpPr>
            <a:spLocks noGrp="1"/>
          </p:cNvSpPr>
          <p:nvPr>
            <p:ph type="sldNum" sz="quarter" idx="5"/>
          </p:nvPr>
        </p:nvSpPr>
        <p:spPr/>
        <p:txBody>
          <a:bodyPr/>
          <a:lstStyle/>
          <a:p>
            <a:fld id="{CC5DA344-5FA2-43F7-9D95-CA56C82B080A}" type="slidenum">
              <a:rPr lang="en-US" smtClean="0"/>
              <a:t>12</a:t>
            </a:fld>
            <a:endParaRPr lang="en-US" dirty="0"/>
          </a:p>
        </p:txBody>
      </p:sp>
    </p:spTree>
    <p:extLst>
      <p:ext uri="{BB962C8B-B14F-4D97-AF65-F5344CB8AC3E}">
        <p14:creationId xmlns:p14="http://schemas.microsoft.com/office/powerpoint/2010/main" val="2409249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Appendix B </a:t>
            </a:r>
            <a:r>
              <a:rPr lang="en-US" dirty="0">
                <a:latin typeface="Times New Roman" panose="02020603050405020304" pitchFamily="18" charset="0"/>
                <a:cs typeface="Times New Roman" panose="02020603050405020304" pitchFamily="18" charset="0"/>
              </a:rPr>
              <a:t>– Job Description Template for Director, Human Resources. The position oversees, develops, and coordinates policies, legal compliances, and implementation of the organizations mission and talent strategy. There are several duties and responsibilities that require independent work and a strong skillset. While this is a direct report to the VP of Human Resources, it’s also a supervisory role. </a:t>
            </a:r>
          </a:p>
        </p:txBody>
      </p:sp>
      <p:sp>
        <p:nvSpPr>
          <p:cNvPr id="4" name="Slide Number Placeholder 3"/>
          <p:cNvSpPr>
            <a:spLocks noGrp="1"/>
          </p:cNvSpPr>
          <p:nvPr>
            <p:ph type="sldNum" sz="quarter" idx="5"/>
          </p:nvPr>
        </p:nvSpPr>
        <p:spPr/>
        <p:txBody>
          <a:bodyPr/>
          <a:lstStyle/>
          <a:p>
            <a:fld id="{CC5DA344-5FA2-43F7-9D95-CA56C82B080A}" type="slidenum">
              <a:rPr lang="en-US" smtClean="0"/>
              <a:t>13</a:t>
            </a:fld>
            <a:endParaRPr lang="en-US" dirty="0"/>
          </a:p>
        </p:txBody>
      </p:sp>
    </p:spTree>
    <p:extLst>
      <p:ext uri="{BB962C8B-B14F-4D97-AF65-F5344CB8AC3E}">
        <p14:creationId xmlns:p14="http://schemas.microsoft.com/office/powerpoint/2010/main" val="2589580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 the minimum qualifications – notice that five years of experience is equivalent to a four-year degree. Greer explained that experience is valuable and often preferred over education as it’s the practical knowledge that hones best practices and skills. The ability to adapt is one of the KSAs listed. This is also crucial for employee development. </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C5DA344-5FA2-43F7-9D95-CA56C82B080A}" type="slidenum">
              <a:rPr lang="en-US" smtClean="0"/>
              <a:t>14</a:t>
            </a:fld>
            <a:endParaRPr lang="en-US" dirty="0"/>
          </a:p>
        </p:txBody>
      </p:sp>
    </p:spTree>
    <p:extLst>
      <p:ext uri="{BB962C8B-B14F-4D97-AF65-F5344CB8AC3E}">
        <p14:creationId xmlns:p14="http://schemas.microsoft.com/office/powerpoint/2010/main" val="2507434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Appendix C </a:t>
            </a:r>
            <a:r>
              <a:rPr lang="en-US" dirty="0">
                <a:latin typeface="Times New Roman" panose="02020603050405020304" pitchFamily="18" charset="0"/>
                <a:cs typeface="Times New Roman" panose="02020603050405020304" pitchFamily="18" charset="0"/>
              </a:rPr>
              <a:t>- sample behavioral interview questions using the STAR method – Situation, Task, Action, Result - demonstrates the importance of experience and emotional intelligence in culture building and employee relations, especially when dealing with conflicts with terminated employees of the organization. The ability to think critically and strategically is also a skill developed with experience.</a:t>
            </a:r>
          </a:p>
        </p:txBody>
      </p:sp>
      <p:sp>
        <p:nvSpPr>
          <p:cNvPr id="4" name="Slide Number Placeholder 3"/>
          <p:cNvSpPr>
            <a:spLocks noGrp="1"/>
          </p:cNvSpPr>
          <p:nvPr>
            <p:ph type="sldNum" sz="quarter" idx="5"/>
          </p:nvPr>
        </p:nvSpPr>
        <p:spPr/>
        <p:txBody>
          <a:bodyPr/>
          <a:lstStyle/>
          <a:p>
            <a:fld id="{CC5DA344-5FA2-43F7-9D95-CA56C82B080A}" type="slidenum">
              <a:rPr lang="en-US" smtClean="0"/>
              <a:t>15</a:t>
            </a:fld>
            <a:endParaRPr lang="en-US" dirty="0"/>
          </a:p>
        </p:txBody>
      </p:sp>
    </p:spTree>
    <p:extLst>
      <p:ext uri="{BB962C8B-B14F-4D97-AF65-F5344CB8AC3E}">
        <p14:creationId xmlns:p14="http://schemas.microsoft.com/office/powerpoint/2010/main" val="2135401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r>
              <a:rPr lang="en-US" dirty="0"/>
              <a:t>4/25/2024</a:t>
            </a:r>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r>
              <a:rPr lang="en-US" dirty="0"/>
              <a:t>Director of Human Resources</a:t>
            </a:r>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r>
              <a:rPr lang="en-US" dirty="0"/>
              <a:t>4/25/2024</a:t>
            </a:r>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r>
              <a:rPr lang="en-US" dirty="0"/>
              <a:t>Director of Human Resources</a:t>
            </a:r>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r>
              <a:rPr lang="en-US" dirty="0"/>
              <a:t>4/25/2024</a:t>
            </a:r>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r>
              <a:rPr lang="en-US" dirty="0"/>
              <a:t>Director of Human Resources</a:t>
            </a:r>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4/25/2024</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r>
              <a:rPr lang="en-US" dirty="0"/>
              <a:t>Director of Human Resources</a:t>
            </a:r>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dirty="0"/>
              <a:t>Click icon to add picture</a:t>
            </a:r>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dirty="0"/>
              <a:t>Click icon to add picture</a:t>
            </a:r>
          </a:p>
        </p:txBody>
      </p:sp>
    </p:spTree>
    <p:extLst>
      <p:ext uri="{BB962C8B-B14F-4D97-AF65-F5344CB8AC3E}">
        <p14:creationId xmlns:p14="http://schemas.microsoft.com/office/powerpoint/2010/main" val="26093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dirty="0"/>
              <a:t>Click icon to add picture</a:t>
            </a:r>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535595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66756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52046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dirty="0"/>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6568680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4/25/2024</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r>
              <a:rPr lang="en-US" dirty="0"/>
              <a:t>Director of Human Resources</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1878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r>
              <a:rPr lang="en-US" dirty="0"/>
              <a:t>4/25/2024</a:t>
            </a:r>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r>
              <a:rPr lang="en-US" dirty="0"/>
              <a:t>Director of Human Resources</a:t>
            </a:r>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9" r:id="rId21"/>
  </p:sldLayoutIdLst>
  <p:hf hdr="0" dt="0"/>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hyperlink" Target="https://www.chenega.com/" TargetMode="External"/><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3.jpeg"/><Relationship Id="rId5" Type="http://schemas.openxmlformats.org/officeDocument/2006/relationships/hyperlink" Target="https://www.linkedin.com/jobs/view/3888370190/?alternateChannel=search&amp;refId=oSOMFQrrSt5Wa8E%2FH%2BHjAA%3D%3D&amp;trackingId=yT14pVFgs2MRmnf4sk%2FHuw%3D%3D#HYM" TargetMode="External"/><Relationship Id="rId4" Type="http://schemas.openxmlformats.org/officeDocument/2006/relationships/hyperlink" Target="https://www.linkedin.com/company/paskenta-band-of-nomlaki-indians/lif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a:xfrm>
            <a:off x="329939" y="810705"/>
            <a:ext cx="5118754" cy="4046430"/>
          </a:xfrm>
        </p:spPr>
        <p:txBody>
          <a:bodyPr/>
          <a:lstStyle/>
          <a:p>
            <a:pPr algn="ctr"/>
            <a:br>
              <a:rPr lang="en-US" sz="4800" i="0" dirty="0">
                <a:latin typeface="Calibri Light" panose="020F0302020204030204" pitchFamily="34" charset="0"/>
                <a:cs typeface="Calibri Light" panose="020F0302020204030204" pitchFamily="34" charset="0"/>
              </a:rPr>
            </a:br>
            <a:br>
              <a:rPr lang="en-US" sz="4800" i="0" dirty="0">
                <a:latin typeface="Calibri Light" panose="020F0302020204030204" pitchFamily="34" charset="0"/>
                <a:cs typeface="Calibri Light" panose="020F0302020204030204" pitchFamily="34" charset="0"/>
              </a:rPr>
            </a:br>
            <a:br>
              <a:rPr lang="en-US" sz="4800" i="0" dirty="0">
                <a:latin typeface="Calibri Light" panose="020F0302020204030204" pitchFamily="34" charset="0"/>
                <a:cs typeface="Calibri Light" panose="020F0302020204030204" pitchFamily="34" charset="0"/>
              </a:rPr>
            </a:br>
            <a:r>
              <a:rPr lang="en-US" sz="2400" b="1" i="0" cap="none" dirty="0">
                <a:solidFill>
                  <a:schemeClr val="tx1"/>
                </a:solidFill>
                <a:effectLst/>
                <a:latin typeface="Times New Roman" panose="02020603050405020304" pitchFamily="18" charset="0"/>
                <a:ea typeface="Times New Roman" panose="02020603050405020304" pitchFamily="18" charset="0"/>
              </a:rPr>
              <a:t>Hallmark Assessment Task </a:t>
            </a:r>
            <a:br>
              <a:rPr lang="en-US" sz="2400" b="1" i="0" cap="none" dirty="0">
                <a:solidFill>
                  <a:schemeClr val="tx1"/>
                </a:solidFill>
                <a:effectLst/>
                <a:latin typeface="Times New Roman" panose="02020603050405020304" pitchFamily="18" charset="0"/>
                <a:ea typeface="Times New Roman" panose="02020603050405020304" pitchFamily="18" charset="0"/>
              </a:rPr>
            </a:br>
            <a:br>
              <a:rPr lang="en-US" sz="2400" b="1" i="0" cap="none" dirty="0">
                <a:solidFill>
                  <a:schemeClr val="tx1"/>
                </a:solidFill>
                <a:effectLst/>
                <a:latin typeface="Times New Roman" panose="02020603050405020304" pitchFamily="18" charset="0"/>
                <a:ea typeface="Times New Roman" panose="02020603050405020304" pitchFamily="18" charset="0"/>
              </a:rPr>
            </a:br>
            <a:r>
              <a:rPr lang="en-US" sz="2400" i="0" cap="none" dirty="0">
                <a:solidFill>
                  <a:schemeClr val="tx1"/>
                </a:solidFill>
                <a:latin typeface="Times New Roman" panose="02020603050405020304" pitchFamily="18" charset="0"/>
                <a:cs typeface="Times New Roman" panose="02020603050405020304" pitchFamily="18" charset="0"/>
              </a:rPr>
              <a:t>LEAD-411: HR Fundamentals </a:t>
            </a:r>
            <a:br>
              <a:rPr lang="en-US" sz="2400" i="0" cap="none" dirty="0">
                <a:solidFill>
                  <a:schemeClr val="tx1"/>
                </a:solidFill>
                <a:latin typeface="Times New Roman" panose="02020603050405020304" pitchFamily="18" charset="0"/>
                <a:cs typeface="Times New Roman" panose="02020603050405020304" pitchFamily="18" charset="0"/>
              </a:rPr>
            </a:br>
            <a:br>
              <a:rPr lang="en-US" sz="2400" i="0" cap="none" dirty="0">
                <a:solidFill>
                  <a:schemeClr val="tx1"/>
                </a:solidFill>
                <a:latin typeface="Times New Roman" panose="02020603050405020304" pitchFamily="18" charset="0"/>
                <a:cs typeface="Times New Roman" panose="02020603050405020304" pitchFamily="18" charset="0"/>
              </a:rPr>
            </a:br>
            <a:br>
              <a:rPr lang="en-US" sz="2400" i="0" cap="none" dirty="0">
                <a:solidFill>
                  <a:schemeClr val="tx1"/>
                </a:solidFill>
                <a:latin typeface="Times New Roman" panose="02020603050405020304" pitchFamily="18" charset="0"/>
                <a:cs typeface="Times New Roman" panose="02020603050405020304" pitchFamily="18" charset="0"/>
              </a:rPr>
            </a:br>
            <a:r>
              <a:rPr lang="en-US" sz="24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Human Resource Job Analysis </a:t>
            </a:r>
            <a:br>
              <a:rPr lang="en-US" sz="24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4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Application Project</a:t>
            </a:r>
            <a:br>
              <a:rPr lang="en-US" sz="24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24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br>
              <a:rPr lang="en-US" sz="1800" b="1" i="0" kern="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i="0" cap="none" dirty="0">
                <a:solidFill>
                  <a:schemeClr val="tx1"/>
                </a:solidFill>
                <a:latin typeface="Times New Roman" panose="02020603050405020304" pitchFamily="18" charset="0"/>
                <a:cs typeface="Times New Roman" panose="02020603050405020304" pitchFamily="18" charset="0"/>
              </a:rPr>
              <a:t>Jen Hankins</a:t>
            </a:r>
            <a:br>
              <a:rPr lang="en-US" sz="1800" i="0" cap="none" dirty="0">
                <a:solidFill>
                  <a:schemeClr val="tx1"/>
                </a:solidFill>
                <a:latin typeface="Times New Roman" panose="02020603050405020304" pitchFamily="18" charset="0"/>
                <a:cs typeface="Times New Roman" panose="02020603050405020304" pitchFamily="18" charset="0"/>
              </a:rPr>
            </a:br>
            <a:r>
              <a:rPr lang="en-US" sz="1800" i="0" cap="none" dirty="0">
                <a:solidFill>
                  <a:schemeClr val="tx1"/>
                </a:solidFill>
                <a:latin typeface="Times New Roman" panose="02020603050405020304" pitchFamily="18" charset="0"/>
                <a:cs typeface="Times New Roman" panose="02020603050405020304" pitchFamily="18" charset="0"/>
              </a:rPr>
              <a:t>April 25, 2024</a:t>
            </a:r>
            <a:br>
              <a:rPr lang="en-US" sz="1800" i="0" cap="none" dirty="0">
                <a:solidFill>
                  <a:schemeClr val="tx1"/>
                </a:solidFill>
                <a:latin typeface="Times New Roman" panose="02020603050405020304" pitchFamily="18" charset="0"/>
                <a:cs typeface="Times New Roman" panose="02020603050405020304" pitchFamily="18" charset="0"/>
              </a:rPr>
            </a:br>
            <a:endParaRPr lang="en-US" sz="3200" i="0" cap="none" dirty="0">
              <a:solidFill>
                <a:schemeClr val="tx1"/>
              </a:solidFill>
              <a:latin typeface="Calibri Light" panose="020F0302020204030204" pitchFamily="34" charset="0"/>
              <a:cs typeface="Calibri Light" panose="020F0302020204030204" pitchFamily="34" charset="0"/>
            </a:endParaRPr>
          </a:p>
        </p:txBody>
      </p: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7383DA-3D6F-562A-73FA-E7DFD8F88ED5}"/>
              </a:ext>
            </a:extLst>
          </p:cNvPr>
          <p:cNvSpPr txBox="1"/>
          <p:nvPr/>
        </p:nvSpPr>
        <p:spPr>
          <a:xfrm>
            <a:off x="1804086" y="1412086"/>
            <a:ext cx="7105136" cy="46536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 Interviewee</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Purpose and Job Analysis Method</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Job Description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Job Specifications - Knowledge, Skills, and Abilities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Recommendations for Selection: Selection Plan Overview</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Recommendations for Selection: Structured Interview Protocol</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Recommendations for Training and Development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Appendices</a:t>
            </a:r>
          </a:p>
        </p:txBody>
      </p:sp>
      <p:sp>
        <p:nvSpPr>
          <p:cNvPr id="5" name="TextBox 4">
            <a:extLst>
              <a:ext uri="{FF2B5EF4-FFF2-40B4-BE49-F238E27FC236}">
                <a16:creationId xmlns:a16="http://schemas.microsoft.com/office/drawing/2014/main" id="{D5C77415-0CCF-A090-CCCB-F02E93C15A05}"/>
              </a:ext>
            </a:extLst>
          </p:cNvPr>
          <p:cNvSpPr txBox="1"/>
          <p:nvPr/>
        </p:nvSpPr>
        <p:spPr>
          <a:xfrm>
            <a:off x="1804086" y="748270"/>
            <a:ext cx="750055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Table of Contents</a:t>
            </a:r>
            <a:endParaRPr lang="en-US" sz="2400" dirty="0"/>
          </a:p>
        </p:txBody>
      </p:sp>
      <p:pic>
        <p:nvPicPr>
          <p:cNvPr id="6" name="Picture Placeholder 6" descr="A city skyline">
            <a:extLst>
              <a:ext uri="{FF2B5EF4-FFF2-40B4-BE49-F238E27FC236}">
                <a16:creationId xmlns:a16="http://schemas.microsoft.com/office/drawing/2014/main" id="{21E35E39-7DE4-C9F3-9531-2D8F3B84552A}"/>
              </a:ext>
            </a:extLst>
          </p:cNvPr>
          <p:cNvPicPr>
            <a:picLocks noChangeAspect="1"/>
          </p:cNvPicPr>
          <p:nvPr/>
        </p:nvPicPr>
        <p:blipFill rotWithShape="1">
          <a:blip r:embed="rId3">
            <a:extLst>
              <a:ext uri="{28A0092B-C50C-407E-A947-70E740481C1C}">
                <a14:useLocalDpi xmlns:a14="http://schemas.microsoft.com/office/drawing/2010/main" val="0"/>
              </a:ext>
            </a:extLst>
          </a:blip>
          <a:srcRect l="38" r="38"/>
          <a:stretch/>
        </p:blipFill>
        <p:spPr>
          <a:xfrm>
            <a:off x="9548813" y="-22860"/>
            <a:ext cx="2651760" cy="6903720"/>
          </a:xfrm>
          <a:prstGeom prst="rect">
            <a:avLst/>
          </a:prstGeom>
        </p:spPr>
      </p:pic>
    </p:spTree>
    <p:extLst>
      <p:ext uri="{BB962C8B-B14F-4D97-AF65-F5344CB8AC3E}">
        <p14:creationId xmlns:p14="http://schemas.microsoft.com/office/powerpoint/2010/main" val="2169937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199" y="509287"/>
            <a:ext cx="3488703" cy="5948074"/>
          </a:xfrm>
          <a:noFill/>
        </p:spPr>
        <p:txBody>
          <a:bodyPr>
            <a:noAutofit/>
          </a:bodyPr>
          <a:lstStyle/>
          <a:p>
            <a:br>
              <a:rPr lang="en-US" cap="none" dirty="0">
                <a:latin typeface="Times New Roman" panose="02020603050405020304" pitchFamily="18" charset="0"/>
                <a:cs typeface="Times New Roman" panose="02020603050405020304" pitchFamily="18" charset="0"/>
              </a:rPr>
            </a:br>
            <a:endParaRPr lang="en-US" cap="none" dirty="0"/>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p:pic>
      <p:sp>
        <p:nvSpPr>
          <p:cNvPr id="4" name="TextBox 3">
            <a:extLst>
              <a:ext uri="{FF2B5EF4-FFF2-40B4-BE49-F238E27FC236}">
                <a16:creationId xmlns:a16="http://schemas.microsoft.com/office/drawing/2014/main" id="{359717D2-5B4A-5617-0183-6CF4F5BE14C3}"/>
              </a:ext>
            </a:extLst>
          </p:cNvPr>
          <p:cNvSpPr txBox="1"/>
          <p:nvPr/>
        </p:nvSpPr>
        <p:spPr>
          <a:xfrm>
            <a:off x="1037967" y="1086756"/>
            <a:ext cx="7648833" cy="549381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Interviewee</a:t>
            </a:r>
            <a:r>
              <a:rPr lang="en-US" dirty="0">
                <a:latin typeface="Times New Roman" panose="02020603050405020304" pitchFamily="18" charset="0"/>
                <a:cs typeface="Times New Roman" panose="02020603050405020304" pitchFamily="18" charset="0"/>
              </a:rPr>
              <a:t>: Greer Thomas (Interview conducted via MS Teams)</a:t>
            </a:r>
          </a:p>
          <a:p>
            <a:pPr>
              <a:lnSpc>
                <a:spcPct val="150000"/>
              </a:lnSpc>
            </a:pPr>
            <a:r>
              <a:rPr lang="en-US" b="1" dirty="0">
                <a:latin typeface="Times New Roman" panose="02020603050405020304" pitchFamily="18" charset="0"/>
                <a:cs typeface="Times New Roman" panose="02020603050405020304" pitchFamily="18" charset="0"/>
              </a:rPr>
              <a:t>Job Title</a:t>
            </a:r>
            <a:r>
              <a:rPr lang="en-US" dirty="0">
                <a:latin typeface="Times New Roman" panose="02020603050405020304" pitchFamily="18" charset="0"/>
                <a:cs typeface="Times New Roman" panose="02020603050405020304" pitchFamily="18" charset="0"/>
              </a:rPr>
              <a:t>: Director, Human Resources</a:t>
            </a:r>
          </a:p>
          <a:p>
            <a:pPr>
              <a:lnSpc>
                <a:spcPct val="150000"/>
              </a:lnSpc>
            </a:pPr>
            <a:r>
              <a:rPr lang="en-US" b="1" dirty="0">
                <a:latin typeface="Times New Roman" panose="02020603050405020304" pitchFamily="18" charset="0"/>
                <a:cs typeface="Times New Roman" panose="02020603050405020304" pitchFamily="18" charset="0"/>
              </a:rPr>
              <a:t>Years of Experience</a:t>
            </a:r>
            <a:r>
              <a:rPr lang="en-US" dirty="0">
                <a:latin typeface="Times New Roman" panose="02020603050405020304" pitchFamily="18" charset="0"/>
                <a:cs typeface="Times New Roman" panose="02020603050405020304" pitchFamily="18" charset="0"/>
              </a:rPr>
              <a:t>: 25 years</a:t>
            </a:r>
          </a:p>
          <a:p>
            <a:pPr>
              <a:lnSpc>
                <a:spcPct val="150000"/>
              </a:lnSpc>
            </a:pPr>
            <a:r>
              <a:rPr lang="en-US" b="1" dirty="0">
                <a:latin typeface="Times New Roman" panose="02020603050405020304" pitchFamily="18" charset="0"/>
                <a:cs typeface="Times New Roman" panose="02020603050405020304" pitchFamily="18" charset="0"/>
              </a:rPr>
              <a:t>Company</a:t>
            </a:r>
            <a:r>
              <a:rPr lang="en-US" dirty="0">
                <a:latin typeface="Times New Roman" panose="02020603050405020304" pitchFamily="18" charset="0"/>
                <a:cs typeface="Times New Roman" panose="02020603050405020304" pitchFamily="18" charset="0"/>
              </a:rPr>
              <a:t>: The Chenega Corporation</a:t>
            </a:r>
          </a:p>
          <a:p>
            <a:pPr>
              <a:lnSpc>
                <a:spcPct val="150000"/>
              </a:lnSpc>
            </a:pPr>
            <a:r>
              <a:rPr lang="en-US" b="1" dirty="0">
                <a:latin typeface="Times New Roman" panose="02020603050405020304" pitchFamily="18" charset="0"/>
                <a:cs typeface="Times New Roman" panose="02020603050405020304" pitchFamily="18" charset="0"/>
              </a:rPr>
              <a:t>Corporate Office</a:t>
            </a:r>
            <a:r>
              <a:rPr lang="en-US" dirty="0">
                <a:latin typeface="Times New Roman" panose="02020603050405020304" pitchFamily="18" charset="0"/>
                <a:cs typeface="Times New Roman" panose="02020603050405020304" pitchFamily="18" charset="0"/>
              </a:rPr>
              <a:t>: Anchorage, Alaska </a:t>
            </a:r>
          </a:p>
          <a:p>
            <a:pPr>
              <a:lnSpc>
                <a:spcPct val="150000"/>
              </a:lnSpc>
            </a:pPr>
            <a:r>
              <a:rPr lang="en-US" b="1" dirty="0">
                <a:latin typeface="Times New Roman" panose="02020603050405020304" pitchFamily="18" charset="0"/>
                <a:cs typeface="Times New Roman" panose="02020603050405020304" pitchFamily="18" charset="0"/>
              </a:rPr>
              <a:t>Employs</a:t>
            </a:r>
            <a:r>
              <a:rPr lang="en-US" dirty="0">
                <a:latin typeface="Times New Roman" panose="02020603050405020304" pitchFamily="18" charset="0"/>
                <a:cs typeface="Times New Roman" panose="02020603050405020304" pitchFamily="18" charset="0"/>
              </a:rPr>
              <a:t>: Over 7,700 nationwide and worldwide</a:t>
            </a:r>
          </a:p>
          <a:p>
            <a:pPr>
              <a:lnSpc>
                <a:spcPct val="150000"/>
              </a:lnSpc>
            </a:pPr>
            <a:r>
              <a:rPr lang="en-US" b="1" dirty="0">
                <a:latin typeface="Times New Roman" panose="02020603050405020304" pitchFamily="18" charset="0"/>
                <a:cs typeface="Times New Roman" panose="02020603050405020304" pitchFamily="18" charset="0"/>
              </a:rPr>
              <a:t>Chenega History</a:t>
            </a:r>
            <a:r>
              <a:rPr lang="en-US" dirty="0">
                <a:latin typeface="Times New Roman" panose="02020603050405020304" pitchFamily="18" charset="0"/>
                <a:cs typeface="Times New Roman" panose="02020603050405020304" pitchFamily="18" charset="0"/>
              </a:rPr>
              <a:t>: </a:t>
            </a:r>
          </a:p>
          <a:p>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Founded in 1974, The Chenega Corporation invested in a business development plan focused on federal government contracting through a portfolio of strategic business units in areas of military, intelligence, operations support, environmental, health care, facilities management, professional services, and security services. Chene</a:t>
            </a:r>
            <a:r>
              <a:rPr lang="en-US" kern="100" dirty="0">
                <a:latin typeface="Times New Roman" panose="02020603050405020304" pitchFamily="18" charset="0"/>
                <a:ea typeface="Calibri" panose="020F0502020204030204" pitchFamily="34" charset="0"/>
                <a:cs typeface="Times New Roman" panose="02020603050405020304" pitchFamily="18" charset="0"/>
              </a:rPr>
              <a:t>ga is among the top 10 most successful Alaskan-owned businesses. “</a:t>
            </a:r>
            <a:r>
              <a:rPr lang="en-US" b="0" i="0" dirty="0">
                <a:effectLst/>
                <a:latin typeface="Times New Roman" panose="02020603050405020304" pitchFamily="18" charset="0"/>
                <a:cs typeface="Times New Roman" panose="02020603050405020304" pitchFamily="18" charset="0"/>
              </a:rPr>
              <a:t>Our pledge is simple: we do it right, every time. Our corporate culture is steeped in the values and ethics that flow from our Alaska Native leaders”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Chenega, 2023).</a:t>
            </a:r>
            <a:endParaRPr lang="en-US" b="0" i="0" dirty="0">
              <a:effectLst/>
              <a:latin typeface="Times New Roman" panose="02020603050405020304" pitchFamily="18"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B16C98AB-F72A-6919-F6DF-2157C8751829}"/>
              </a:ext>
            </a:extLst>
          </p:cNvPr>
          <p:cNvSpPr txBox="1"/>
          <p:nvPr/>
        </p:nvSpPr>
        <p:spPr>
          <a:xfrm>
            <a:off x="1037967" y="625091"/>
            <a:ext cx="1990367" cy="461665"/>
          </a:xfrm>
          <a:prstGeom prst="rect">
            <a:avLst/>
          </a:prstGeom>
          <a:noFill/>
        </p:spPr>
        <p:txBody>
          <a:bodyPr wrap="square" rtlCol="0">
            <a:spAutoFit/>
          </a:bodyPr>
          <a:lstStyle/>
          <a:p>
            <a:r>
              <a:rPr lang="en-US" sz="2400" b="1" i="0" cap="none" dirty="0">
                <a:latin typeface="Times New Roman" panose="02020603050405020304" pitchFamily="18" charset="0"/>
                <a:cs typeface="Times New Roman" panose="02020603050405020304" pitchFamily="18" charset="0"/>
              </a:rPr>
              <a:t>Introduction</a:t>
            </a:r>
            <a:endParaRPr lang="en-US" sz="2400" dirty="0"/>
          </a:p>
        </p:txBody>
      </p:sp>
    </p:spTree>
    <p:extLst>
      <p:ext uri="{BB962C8B-B14F-4D97-AF65-F5344CB8AC3E}">
        <p14:creationId xmlns:p14="http://schemas.microsoft.com/office/powerpoint/2010/main" val="103835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3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7" name="Picture Placeholder 16" descr="A city with tall buildings">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 r="13"/>
          <a:stretch/>
        </p:blipFill>
        <p:spPr/>
      </p:pic>
      <p:sp>
        <p:nvSpPr>
          <p:cNvPr id="5" name="TextBox 4">
            <a:extLst>
              <a:ext uri="{FF2B5EF4-FFF2-40B4-BE49-F238E27FC236}">
                <a16:creationId xmlns:a16="http://schemas.microsoft.com/office/drawing/2014/main" id="{4BB68D51-16F9-B1B7-0BE9-A6B1BCE53460}"/>
              </a:ext>
            </a:extLst>
          </p:cNvPr>
          <p:cNvSpPr txBox="1"/>
          <p:nvPr/>
        </p:nvSpPr>
        <p:spPr>
          <a:xfrm>
            <a:off x="1062678" y="1073115"/>
            <a:ext cx="10404391" cy="3754874"/>
          </a:xfrm>
          <a:prstGeom prst="rect">
            <a:avLst/>
          </a:prstGeom>
          <a:noFill/>
        </p:spPr>
        <p:txBody>
          <a:bodyPr wrap="square">
            <a:spAutoFit/>
          </a:bodyPr>
          <a:lstStyle/>
          <a:p>
            <a:pPr marL="342900" indent="-342900">
              <a:buFont typeface="Arial" panose="020B0604020202020204" pitchFamily="34" charset="0"/>
              <a:buChar char="•"/>
              <a:tabLst>
                <a:tab pos="346075" algn="l"/>
              </a:tabLst>
            </a:pPr>
            <a:r>
              <a:rPr lang="en-US" sz="2000" dirty="0">
                <a:latin typeface="Times New Roman" panose="02020603050405020304" pitchFamily="18" charset="0"/>
                <a:cs typeface="Times New Roman" panose="02020603050405020304" pitchFamily="18" charset="0"/>
              </a:rPr>
              <a:t>	Examine required knowledge, skills, and abilities (KSAs) of the position of Director of Human Resources</a:t>
            </a:r>
          </a:p>
          <a:p>
            <a:pPr>
              <a:tabLst>
                <a:tab pos="346075" algn="l"/>
              </a:tabLst>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tabLst>
                <a:tab pos="346075" algn="l"/>
              </a:tabLst>
            </a:pPr>
            <a:r>
              <a:rPr lang="en-US" sz="2000" dirty="0">
                <a:latin typeface="Times New Roman" panose="02020603050405020304" pitchFamily="18" charset="0"/>
                <a:cs typeface="Times New Roman" panose="02020603050405020304" pitchFamily="18" charset="0"/>
              </a:rPr>
              <a:t>Research best practices of selection, hiring, and training</a:t>
            </a:r>
          </a:p>
          <a:p>
            <a:pPr>
              <a:tabLst>
                <a:tab pos="346075" algn="l"/>
              </a:tabLst>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tabLst>
                <a:tab pos="346075" algn="l"/>
              </a:tabLst>
            </a:pPr>
            <a:r>
              <a:rPr lang="en-US" sz="2000" dirty="0">
                <a:latin typeface="Times New Roman" panose="02020603050405020304" pitchFamily="18" charset="0"/>
                <a:cs typeface="Times New Roman" panose="02020603050405020304" pitchFamily="18" charset="0"/>
              </a:rPr>
              <a:t>	Conduct a personal Interview of Subject</a:t>
            </a:r>
          </a:p>
          <a:p>
            <a:pPr>
              <a:tabLst>
                <a:tab pos="346075" algn="l"/>
              </a:tabLst>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tabLst>
                <a:tab pos="346075" algn="l"/>
              </a:tabLst>
            </a:pPr>
            <a:r>
              <a:rPr lang="en-US" sz="2000" dirty="0">
                <a:latin typeface="Times New Roman" panose="02020603050405020304" pitchFamily="18" charset="0"/>
                <a:cs typeface="Times New Roman" panose="02020603050405020304" pitchFamily="18" charset="0"/>
              </a:rPr>
              <a:t>	LinkedIn – job postings</a:t>
            </a:r>
          </a:p>
          <a:p>
            <a:pPr>
              <a:tabLst>
                <a:tab pos="346075" algn="l"/>
              </a:tabLst>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tabLst>
                <a:tab pos="346075" algn="l"/>
              </a:tabLst>
            </a:pPr>
            <a:r>
              <a:rPr lang="en-US" sz="2000" dirty="0">
                <a:latin typeface="Times New Roman" panose="02020603050405020304" pitchFamily="18" charset="0"/>
                <a:cs typeface="Times New Roman" panose="02020603050405020304" pitchFamily="18" charset="0"/>
              </a:rPr>
              <a:t>	Chenega Corporation website</a:t>
            </a:r>
          </a:p>
          <a:p>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8587F54-F094-2EE2-DB7E-3ACED0DFF9A3}"/>
              </a:ext>
            </a:extLst>
          </p:cNvPr>
          <p:cNvSpPr txBox="1"/>
          <p:nvPr/>
        </p:nvSpPr>
        <p:spPr>
          <a:xfrm>
            <a:off x="1062680" y="568988"/>
            <a:ext cx="978655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Purpose and Job Analysis Method 					         	</a:t>
            </a:r>
          </a:p>
        </p:txBody>
      </p:sp>
    </p:spTree>
    <p:extLst>
      <p:ext uri="{BB962C8B-B14F-4D97-AF65-F5344CB8AC3E}">
        <p14:creationId xmlns:p14="http://schemas.microsoft.com/office/powerpoint/2010/main" val="82108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accent6">
                <a:lumMod val="60000"/>
                <a:lumOff val="40000"/>
              </a:schemeClr>
            </a:gs>
            <a:gs pos="60000">
              <a:schemeClr val="accent2">
                <a:lumMod val="20000"/>
                <a:lumOff val="80000"/>
              </a:schemeClr>
            </a:gs>
            <a:gs pos="26000">
              <a:schemeClr val="accent3">
                <a:lumMod val="20000"/>
                <a:lumOff val="80000"/>
              </a:schemeClr>
            </a:gs>
          </a:gsLst>
          <a:lin ang="5400000" scaled="1"/>
        </a:gradFill>
        <a:effectLst/>
      </p:bgPr>
    </p:bg>
    <p:spTree>
      <p:nvGrpSpPr>
        <p:cNvPr id="1" name=""/>
        <p:cNvGrpSpPr/>
        <p:nvPr/>
      </p:nvGrpSpPr>
      <p:grpSpPr>
        <a:xfrm>
          <a:off x="0" y="0"/>
          <a:ext cx="0" cy="0"/>
          <a:chOff x="0" y="0"/>
          <a:chExt cx="0" cy="0"/>
        </a:xfrm>
      </p:grpSpPr>
      <p:pic>
        <p:nvPicPr>
          <p:cNvPr id="43" name="Picture Placeholder 42" descr="A plane flying over a city">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a:xfrm>
            <a:off x="8550876" y="-11576"/>
            <a:ext cx="3652699" cy="6903720"/>
          </a:xfrm>
        </p:spPr>
      </p:pic>
      <p:sp>
        <p:nvSpPr>
          <p:cNvPr id="5" name="Title 4">
            <a:extLst>
              <a:ext uri="{FF2B5EF4-FFF2-40B4-BE49-F238E27FC236}">
                <a16:creationId xmlns:a16="http://schemas.microsoft.com/office/drawing/2014/main" id="{9BBDE83F-6F6E-4D6D-B3AD-411577F67DED}"/>
              </a:ext>
            </a:extLst>
          </p:cNvPr>
          <p:cNvSpPr>
            <a:spLocks noGrp="1"/>
          </p:cNvSpPr>
          <p:nvPr>
            <p:ph type="ctrTitle"/>
          </p:nvPr>
        </p:nvSpPr>
        <p:spPr>
          <a:xfrm>
            <a:off x="349901" y="528320"/>
            <a:ext cx="6557525" cy="1102772"/>
          </a:xfrm>
        </p:spPr>
        <p:txBody>
          <a:bodyPr/>
          <a:lstStyle/>
          <a:p>
            <a:r>
              <a:rPr lang="en-US" sz="2400" b="1" i="0" cap="none" dirty="0">
                <a:latin typeface="Times New Roman" panose="02020603050405020304" pitchFamily="18" charset="0"/>
                <a:cs typeface="Times New Roman" panose="02020603050405020304" pitchFamily="18" charset="0"/>
              </a:rPr>
              <a:t>Job Description</a:t>
            </a:r>
            <a:br>
              <a:rPr lang="en-US" sz="4400" b="1" dirty="0">
                <a:latin typeface="Times New Roman" panose="02020603050405020304" pitchFamily="18" charset="0"/>
                <a:cs typeface="Times New Roman" panose="02020603050405020304" pitchFamily="18" charset="0"/>
              </a:rPr>
            </a:br>
            <a:endParaRPr lang="en-US" dirty="0"/>
          </a:p>
        </p:txBody>
      </p:sp>
      <p:pic>
        <p:nvPicPr>
          <p:cNvPr id="3" name="Picture 2">
            <a:extLst>
              <a:ext uri="{FF2B5EF4-FFF2-40B4-BE49-F238E27FC236}">
                <a16:creationId xmlns:a16="http://schemas.microsoft.com/office/drawing/2014/main" id="{F767BE3C-484E-EB24-C8CB-91A408DA203D}"/>
              </a:ext>
            </a:extLst>
          </p:cNvPr>
          <p:cNvPicPr>
            <a:picLocks noChangeAspect="1"/>
          </p:cNvPicPr>
          <p:nvPr/>
        </p:nvPicPr>
        <p:blipFill>
          <a:blip r:embed="rId4"/>
          <a:stretch>
            <a:fillRect/>
          </a:stretch>
        </p:blipFill>
        <p:spPr>
          <a:xfrm>
            <a:off x="349901" y="1433383"/>
            <a:ext cx="8423395" cy="4769709"/>
          </a:xfrm>
          <a:prstGeom prst="rect">
            <a:avLst/>
          </a:prstGeom>
        </p:spPr>
      </p:pic>
    </p:spTree>
    <p:extLst>
      <p:ext uri="{BB962C8B-B14F-4D97-AF65-F5344CB8AC3E}">
        <p14:creationId xmlns:p14="http://schemas.microsoft.com/office/powerpoint/2010/main" val="4242039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6000">
              <a:schemeClr val="accent5">
                <a:lumMod val="20000"/>
                <a:lumOff val="80000"/>
              </a:schemeClr>
            </a:gs>
            <a:gs pos="27000">
              <a:schemeClr val="accent2">
                <a:lumMod val="20000"/>
                <a:lumOff val="80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482660" y="185196"/>
            <a:ext cx="7418295" cy="679778"/>
          </a:xfrm>
          <a:noFill/>
        </p:spPr>
        <p:txBody>
          <a:bodyPr/>
          <a:lstStyle/>
          <a:p>
            <a:r>
              <a:rPr lang="en-US" sz="2400" b="1" i="0" cap="none" dirty="0">
                <a:latin typeface="Times New Roman" panose="02020603050405020304" pitchFamily="18" charset="0"/>
                <a:cs typeface="Times New Roman" panose="02020603050405020304" pitchFamily="18" charset="0"/>
              </a:rPr>
              <a:t>Job Specifications: Knowledge, Skills, and Abilities</a:t>
            </a:r>
            <a:endParaRPr lang="en-US" sz="2400" dirty="0"/>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pic>
        <p:nvPicPr>
          <p:cNvPr id="11" name="Picture 10">
            <a:extLst>
              <a:ext uri="{FF2B5EF4-FFF2-40B4-BE49-F238E27FC236}">
                <a16:creationId xmlns:a16="http://schemas.microsoft.com/office/drawing/2014/main" id="{097ED7AF-4234-EBED-F83A-D6590BFFD893}"/>
              </a:ext>
            </a:extLst>
          </p:cNvPr>
          <p:cNvPicPr>
            <a:picLocks noChangeAspect="1"/>
          </p:cNvPicPr>
          <p:nvPr/>
        </p:nvPicPr>
        <p:blipFill>
          <a:blip r:embed="rId4"/>
          <a:stretch>
            <a:fillRect/>
          </a:stretch>
        </p:blipFill>
        <p:spPr>
          <a:xfrm>
            <a:off x="3482660" y="1013254"/>
            <a:ext cx="8454402" cy="5424616"/>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57000">
              <a:schemeClr val="accent2">
                <a:lumMod val="40000"/>
                <a:lumOff val="60000"/>
              </a:schemeClr>
            </a:gs>
            <a:gs pos="94000">
              <a:schemeClr val="accent2">
                <a:lumMod val="20000"/>
                <a:lumOff val="80000"/>
              </a:schemeClr>
            </a:gs>
            <a:gs pos="6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33D3DC4-E5CA-BB3B-5246-8756AC134578}"/>
              </a:ext>
            </a:extLst>
          </p:cNvPr>
          <p:cNvSpPr txBox="1"/>
          <p:nvPr/>
        </p:nvSpPr>
        <p:spPr>
          <a:xfrm>
            <a:off x="473540" y="489181"/>
            <a:ext cx="114077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Recommendations for Selection: Selection Plan Overview</a:t>
            </a:r>
          </a:p>
        </p:txBody>
      </p:sp>
      <p:pic>
        <p:nvPicPr>
          <p:cNvPr id="14" name="Picture Placeholder 16" descr="A city with tall buildings">
            <a:extLst>
              <a:ext uri="{FF2B5EF4-FFF2-40B4-BE49-F238E27FC236}">
                <a16:creationId xmlns:a16="http://schemas.microsoft.com/office/drawing/2014/main" id="{56848DC0-04AC-55FC-D33E-19E0C808E5F8}"/>
              </a:ext>
            </a:extLst>
          </p:cNvPr>
          <p:cNvPicPr>
            <a:picLocks noChangeAspect="1"/>
          </p:cNvPicPr>
          <p:nvPr/>
        </p:nvPicPr>
        <p:blipFill>
          <a:blip r:embed="rId3">
            <a:extLst>
              <a:ext uri="{28A0092B-C50C-407E-A947-70E740481C1C}">
                <a14:useLocalDpi xmlns:a14="http://schemas.microsoft.com/office/drawing/2010/main" val="0"/>
              </a:ext>
            </a:extLst>
          </a:blip>
          <a:srcRect l="13" r="13"/>
          <a:stretch/>
        </p:blipFill>
        <p:spPr>
          <a:xfrm>
            <a:off x="-7620" y="5658464"/>
            <a:ext cx="12207240" cy="1229378"/>
          </a:xfrm>
          <a:prstGeom prst="rect">
            <a:avLst/>
          </a:prstGeom>
        </p:spPr>
      </p:pic>
      <p:sp>
        <p:nvSpPr>
          <p:cNvPr id="3" name="Text Placeholder 10">
            <a:extLst>
              <a:ext uri="{FF2B5EF4-FFF2-40B4-BE49-F238E27FC236}">
                <a16:creationId xmlns:a16="http://schemas.microsoft.com/office/drawing/2014/main" id="{54A1A022-ECE9-11BA-222E-9A5C41D7694F}"/>
              </a:ext>
            </a:extLst>
          </p:cNvPr>
          <p:cNvSpPr txBox="1">
            <a:spLocks/>
          </p:cNvSpPr>
          <p:nvPr/>
        </p:nvSpPr>
        <p:spPr>
          <a:xfrm>
            <a:off x="473540" y="1259475"/>
            <a:ext cx="2697039" cy="1854200"/>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1: Job Posting &amp; Application Process</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Recruitment posting on required job posting websites, company webpage, and LinkedIn</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Applicants submit resumes</a:t>
            </a:r>
          </a:p>
        </p:txBody>
      </p:sp>
      <p:sp>
        <p:nvSpPr>
          <p:cNvPr id="4" name="Text Placeholder 10">
            <a:extLst>
              <a:ext uri="{FF2B5EF4-FFF2-40B4-BE49-F238E27FC236}">
                <a16:creationId xmlns:a16="http://schemas.microsoft.com/office/drawing/2014/main" id="{3C9EEF72-06C9-420E-8FB9-3A944F0326DE}"/>
              </a:ext>
            </a:extLst>
          </p:cNvPr>
          <p:cNvSpPr txBox="1">
            <a:spLocks/>
          </p:cNvSpPr>
          <p:nvPr/>
        </p:nvSpPr>
        <p:spPr>
          <a:xfrm>
            <a:off x="3395413" y="1259475"/>
            <a:ext cx="2750013" cy="1854200"/>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2: Resume Screening</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Select all applicants that meet at least minimum education and experience level</a:t>
            </a:r>
          </a:p>
        </p:txBody>
      </p:sp>
      <p:sp>
        <p:nvSpPr>
          <p:cNvPr id="5" name="Text Placeholder 10">
            <a:extLst>
              <a:ext uri="{FF2B5EF4-FFF2-40B4-BE49-F238E27FC236}">
                <a16:creationId xmlns:a16="http://schemas.microsoft.com/office/drawing/2014/main" id="{30BA1853-245D-4B71-4F93-045093E59F2B}"/>
              </a:ext>
            </a:extLst>
          </p:cNvPr>
          <p:cNvSpPr txBox="1">
            <a:spLocks/>
          </p:cNvSpPr>
          <p:nvPr/>
        </p:nvSpPr>
        <p:spPr>
          <a:xfrm>
            <a:off x="6302962" y="1259475"/>
            <a:ext cx="2503939" cy="1854200"/>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3: Schedule Interview</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Schedule the interview (virtual or in-person)</a:t>
            </a:r>
          </a:p>
        </p:txBody>
      </p:sp>
      <p:sp>
        <p:nvSpPr>
          <p:cNvPr id="6" name="Text Placeholder 10">
            <a:extLst>
              <a:ext uri="{FF2B5EF4-FFF2-40B4-BE49-F238E27FC236}">
                <a16:creationId xmlns:a16="http://schemas.microsoft.com/office/drawing/2014/main" id="{7C958D43-3117-ECD3-2412-6955297063D5}"/>
              </a:ext>
            </a:extLst>
          </p:cNvPr>
          <p:cNvSpPr txBox="1">
            <a:spLocks/>
          </p:cNvSpPr>
          <p:nvPr/>
        </p:nvSpPr>
        <p:spPr>
          <a:xfrm>
            <a:off x="9210168" y="1259475"/>
            <a:ext cx="2671078" cy="4004503"/>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4: Interview &amp; Assessment </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Use the STAR method (Situation, Task, Action, Result) behavioral interview questions - to collect detailed examples of past experiences -  testing for strengths in strategic thinking, business acumen, leadership, team management, change management, problem-solving, compliance, legal expertise, culture building, and employee relations.</a:t>
            </a:r>
          </a:p>
        </p:txBody>
      </p:sp>
      <p:sp>
        <p:nvSpPr>
          <p:cNvPr id="7" name="Text Placeholder 10">
            <a:extLst>
              <a:ext uri="{FF2B5EF4-FFF2-40B4-BE49-F238E27FC236}">
                <a16:creationId xmlns:a16="http://schemas.microsoft.com/office/drawing/2014/main" id="{6FBAEBF2-89A9-D6B2-04F7-851043B2170B}"/>
              </a:ext>
            </a:extLst>
          </p:cNvPr>
          <p:cNvSpPr txBox="1">
            <a:spLocks/>
          </p:cNvSpPr>
          <p:nvPr/>
        </p:nvSpPr>
        <p:spPr>
          <a:xfrm>
            <a:off x="473539" y="3607021"/>
            <a:ext cx="2697039" cy="1854200"/>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5: Selection</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Rank top applicants based on answers given in the assessment. </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Select best candidate.</a:t>
            </a:r>
            <a:endParaRPr lang="en-US" sz="1600" dirty="0">
              <a:solidFill>
                <a:schemeClr val="tx1"/>
              </a:solidFill>
            </a:endParaRPr>
          </a:p>
        </p:txBody>
      </p:sp>
      <p:sp>
        <p:nvSpPr>
          <p:cNvPr id="9" name="Text Placeholder 10">
            <a:extLst>
              <a:ext uri="{FF2B5EF4-FFF2-40B4-BE49-F238E27FC236}">
                <a16:creationId xmlns:a16="http://schemas.microsoft.com/office/drawing/2014/main" id="{6424B4C1-C13E-43E7-ADD6-F21EE531CDAF}"/>
              </a:ext>
            </a:extLst>
          </p:cNvPr>
          <p:cNvSpPr txBox="1">
            <a:spLocks/>
          </p:cNvSpPr>
          <p:nvPr/>
        </p:nvSpPr>
        <p:spPr>
          <a:xfrm>
            <a:off x="3392382" y="3650538"/>
            <a:ext cx="2671079" cy="1854200"/>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6: Background Checks</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Check for security background for the security position</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Validate education records and work history</a:t>
            </a:r>
          </a:p>
          <a:p>
            <a:pPr marL="285750" indent="-285750" algn="l">
              <a:buFont typeface="Arial" panose="020B0604020202020204" pitchFamily="34" charset="0"/>
              <a:buChar char="•"/>
            </a:pPr>
            <a:endParaRPr lang="en-US" sz="1600" dirty="0">
              <a:solidFill>
                <a:schemeClr val="tx1"/>
              </a:solidFill>
            </a:endParaRPr>
          </a:p>
        </p:txBody>
      </p:sp>
      <p:sp>
        <p:nvSpPr>
          <p:cNvPr id="11" name="Text Placeholder 10">
            <a:extLst>
              <a:ext uri="{FF2B5EF4-FFF2-40B4-BE49-F238E27FC236}">
                <a16:creationId xmlns:a16="http://schemas.microsoft.com/office/drawing/2014/main" id="{41D6A5CF-3DD3-D17F-5CD1-26188BC2E81B}"/>
              </a:ext>
            </a:extLst>
          </p:cNvPr>
          <p:cNvSpPr txBox="1">
            <a:spLocks/>
          </p:cNvSpPr>
          <p:nvPr/>
        </p:nvSpPr>
        <p:spPr>
          <a:xfrm>
            <a:off x="6317286" y="3267401"/>
            <a:ext cx="2671078" cy="2331123"/>
          </a:xfrm>
          <a:prstGeom prst="rect">
            <a:avLst/>
          </a:prstGeom>
          <a:ln>
            <a:solidFill>
              <a:schemeClr val="accent6">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solidFill>
                  <a:schemeClr val="tx1"/>
                </a:solidFill>
                <a:latin typeface="Times New Roman" panose="02020603050405020304" pitchFamily="18" charset="0"/>
                <a:cs typeface="Times New Roman" panose="02020603050405020304" pitchFamily="18" charset="0"/>
              </a:rPr>
              <a:t>Step 7: Decision and Job Offer</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Phone call to extend verbal/informal job offer</a:t>
            </a:r>
          </a:p>
          <a:p>
            <a:pPr marL="285750" indent="-285750" algn="l">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Email formal offer detailing pay, pay type, signing bonus (if applicable), and benefits package</a:t>
            </a:r>
          </a:p>
        </p:txBody>
      </p:sp>
    </p:spTree>
    <p:extLst>
      <p:ext uri="{BB962C8B-B14F-4D97-AF65-F5344CB8AC3E}">
        <p14:creationId xmlns:p14="http://schemas.microsoft.com/office/powerpoint/2010/main" val="435195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24000">
              <a:schemeClr val="accent6">
                <a:lumMod val="40000"/>
                <a:lumOff val="60000"/>
              </a:schemeClr>
            </a:gs>
            <a:gs pos="100000">
              <a:schemeClr val="accent2">
                <a:lumMod val="20000"/>
                <a:lumOff val="80000"/>
              </a:schemeClr>
            </a:gs>
            <a:gs pos="100000">
              <a:schemeClr val="accent3">
                <a:lumMod val="20000"/>
                <a:lumOff val="80000"/>
              </a:schemeClr>
            </a:gs>
            <a:gs pos="62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297458" y="533401"/>
            <a:ext cx="9751541" cy="714631"/>
          </a:xfrm>
          <a:noFill/>
        </p:spPr>
        <p:txBody>
          <a:bodyPr/>
          <a:lstStyle/>
          <a:p>
            <a:r>
              <a:rPr lang="en-US" sz="2400" b="1" i="0" cap="none" dirty="0">
                <a:latin typeface="Times New Roman" panose="02020603050405020304" pitchFamily="18" charset="0"/>
                <a:cs typeface="Times New Roman" panose="02020603050405020304" pitchFamily="18" charset="0"/>
              </a:rPr>
              <a:t>Recommendations for Selection: Structured Interview Protocol</a:t>
            </a:r>
            <a:endParaRPr lang="en-US" sz="2400" dirty="0"/>
          </a:p>
        </p:txBody>
      </p:sp>
      <p:pic>
        <p:nvPicPr>
          <p:cNvPr id="10" name="Picture 9">
            <a:extLst>
              <a:ext uri="{FF2B5EF4-FFF2-40B4-BE49-F238E27FC236}">
                <a16:creationId xmlns:a16="http://schemas.microsoft.com/office/drawing/2014/main" id="{61D61C69-2BA6-28F4-E6CA-A2CE4334FF5F}"/>
              </a:ext>
            </a:extLst>
          </p:cNvPr>
          <p:cNvPicPr>
            <a:picLocks noChangeAspect="1"/>
          </p:cNvPicPr>
          <p:nvPr/>
        </p:nvPicPr>
        <p:blipFill>
          <a:blip r:embed="rId3"/>
          <a:stretch>
            <a:fillRect/>
          </a:stretch>
        </p:blipFill>
        <p:spPr>
          <a:xfrm>
            <a:off x="2072459" y="1393095"/>
            <a:ext cx="7306783" cy="2125748"/>
          </a:xfrm>
          <a:prstGeom prst="rect">
            <a:avLst/>
          </a:prstGeom>
        </p:spPr>
      </p:pic>
      <p:pic>
        <p:nvPicPr>
          <p:cNvPr id="12" name="Picture 11">
            <a:extLst>
              <a:ext uri="{FF2B5EF4-FFF2-40B4-BE49-F238E27FC236}">
                <a16:creationId xmlns:a16="http://schemas.microsoft.com/office/drawing/2014/main" id="{BAADF360-0C43-D803-0A09-0EFA211CA96E}"/>
              </a:ext>
            </a:extLst>
          </p:cNvPr>
          <p:cNvPicPr>
            <a:picLocks noChangeAspect="1"/>
          </p:cNvPicPr>
          <p:nvPr/>
        </p:nvPicPr>
        <p:blipFill>
          <a:blip r:embed="rId4"/>
          <a:stretch>
            <a:fillRect/>
          </a:stretch>
        </p:blipFill>
        <p:spPr>
          <a:xfrm>
            <a:off x="2072459" y="3750404"/>
            <a:ext cx="7306783" cy="2254979"/>
          </a:xfrm>
          <a:prstGeom prst="rect">
            <a:avLst/>
          </a:prstGeom>
        </p:spPr>
      </p:pic>
    </p:spTree>
    <p:extLst>
      <p:ext uri="{BB962C8B-B14F-4D97-AF65-F5344CB8AC3E}">
        <p14:creationId xmlns:p14="http://schemas.microsoft.com/office/powerpoint/2010/main" val="837402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24000">
              <a:schemeClr val="accent6">
                <a:lumMod val="40000"/>
                <a:lumOff val="60000"/>
              </a:schemeClr>
            </a:gs>
            <a:gs pos="100000">
              <a:schemeClr val="accent2">
                <a:lumMod val="20000"/>
                <a:lumOff val="80000"/>
              </a:schemeClr>
            </a:gs>
            <a:gs pos="100000">
              <a:schemeClr val="accent3">
                <a:lumMod val="20000"/>
                <a:lumOff val="80000"/>
              </a:schemeClr>
            </a:gs>
            <a:gs pos="62000">
              <a:schemeClr val="accent2">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519881" y="533401"/>
            <a:ext cx="9529118" cy="714631"/>
          </a:xfrm>
          <a:noFill/>
        </p:spPr>
        <p:txBody>
          <a:bodyPr/>
          <a:lstStyle/>
          <a:p>
            <a:pPr marL="111125" indent="-111125"/>
            <a:r>
              <a:rPr lang="en-US" sz="2400" b="1" i="0" cap="none" dirty="0">
                <a:latin typeface="Times New Roman" panose="02020603050405020304" pitchFamily="18" charset="0"/>
                <a:cs typeface="Times New Roman" panose="02020603050405020304" pitchFamily="18" charset="0"/>
              </a:rPr>
              <a:t>Recommendations for Training &amp; Development</a:t>
            </a:r>
            <a:endParaRPr lang="en-US" sz="2400" dirty="0"/>
          </a:p>
        </p:txBody>
      </p:sp>
      <p:sp>
        <p:nvSpPr>
          <p:cNvPr id="3" name="TextBox 2">
            <a:extLst>
              <a:ext uri="{FF2B5EF4-FFF2-40B4-BE49-F238E27FC236}">
                <a16:creationId xmlns:a16="http://schemas.microsoft.com/office/drawing/2014/main" id="{6E319FA5-A500-538F-E1AB-BC3412BC3619}"/>
              </a:ext>
            </a:extLst>
          </p:cNvPr>
          <p:cNvSpPr txBox="1"/>
          <p:nvPr/>
        </p:nvSpPr>
        <p:spPr>
          <a:xfrm>
            <a:off x="1421026" y="1606378"/>
            <a:ext cx="8093677" cy="3139321"/>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Onboarding – remote workers receive onsite, one-on-one, intensive training, and workers who will be onsite, receive the same but over the course of a month or two</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Continuing education via company-sponsored trainings and webinars</a:t>
            </a:r>
            <a:r>
              <a:rPr lang="en-US" dirty="0"/>
              <a:t> </a:t>
            </a:r>
          </a:p>
          <a:p>
            <a:endParaRPr lang="en-US" dirty="0"/>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Staying apprised of changes in compliance laws and governing regulations – employees are expected to take initiative and ownership of their training, but are provided with reminders, and highlights via the HR company’s Yammer postings</a:t>
            </a:r>
          </a:p>
        </p:txBody>
      </p:sp>
      <p:pic>
        <p:nvPicPr>
          <p:cNvPr id="4" name="Picture Placeholder 16" descr="A city with tall buildings">
            <a:extLst>
              <a:ext uri="{FF2B5EF4-FFF2-40B4-BE49-F238E27FC236}">
                <a16:creationId xmlns:a16="http://schemas.microsoft.com/office/drawing/2014/main" id="{4F322503-E7D6-B3BC-5AEF-7F901B93D0C7}"/>
              </a:ext>
            </a:extLst>
          </p:cNvPr>
          <p:cNvPicPr>
            <a:picLocks noChangeAspect="1"/>
          </p:cNvPicPr>
          <p:nvPr/>
        </p:nvPicPr>
        <p:blipFill>
          <a:blip r:embed="rId3">
            <a:extLst>
              <a:ext uri="{28A0092B-C50C-407E-A947-70E740481C1C}">
                <a14:useLocalDpi xmlns:a14="http://schemas.microsoft.com/office/drawing/2010/main" val="0"/>
              </a:ext>
            </a:extLst>
          </a:blip>
          <a:srcRect l="13" r="13"/>
          <a:stretch/>
        </p:blipFill>
        <p:spPr>
          <a:xfrm>
            <a:off x="-7620" y="5658464"/>
            <a:ext cx="12207240" cy="1229378"/>
          </a:xfrm>
          <a:prstGeom prst="rect">
            <a:avLst/>
          </a:prstGeom>
        </p:spPr>
      </p:pic>
    </p:spTree>
    <p:extLst>
      <p:ext uri="{BB962C8B-B14F-4D97-AF65-F5344CB8AC3E}">
        <p14:creationId xmlns:p14="http://schemas.microsoft.com/office/powerpoint/2010/main" val="417785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accent6"/>
            </a:gs>
            <a:gs pos="100000">
              <a:schemeClr val="accent2">
                <a:lumMod val="20000"/>
                <a:lumOff val="80000"/>
              </a:schemeClr>
            </a:gs>
            <a:gs pos="87000">
              <a:schemeClr val="accent2">
                <a:lumMod val="40000"/>
                <a:lumOff val="60000"/>
              </a:schemeClr>
            </a:gs>
            <a:gs pos="99000">
              <a:schemeClr val="accent6">
                <a:lumMod val="7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458097" y="596900"/>
            <a:ext cx="6026068" cy="596900"/>
          </a:xfrm>
          <a:noFill/>
        </p:spPr>
        <p:txBody>
          <a:bodyPr/>
          <a:lstStyle/>
          <a:p>
            <a:r>
              <a:rPr lang="en-US" sz="2400" b="1" i="0" cap="none" dirty="0">
                <a:latin typeface="Times New Roman" panose="02020603050405020304" pitchFamily="18" charset="0"/>
                <a:cs typeface="Times New Roman" panose="02020603050405020304" pitchFamily="18" charset="0"/>
              </a:rPr>
              <a:t>Conclusion</a:t>
            </a:r>
            <a:endParaRPr lang="en-US" sz="2400" dirty="0"/>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a:xfrm>
            <a:off x="9045146" y="162492"/>
            <a:ext cx="2916195" cy="6250429"/>
          </a:xfrm>
        </p:spPr>
      </p:pic>
      <p:sp>
        <p:nvSpPr>
          <p:cNvPr id="4" name="TextBox 3">
            <a:extLst>
              <a:ext uri="{FF2B5EF4-FFF2-40B4-BE49-F238E27FC236}">
                <a16:creationId xmlns:a16="http://schemas.microsoft.com/office/drawing/2014/main" id="{0D9D4E5C-EB50-1AC2-6479-97C3B1592523}"/>
              </a:ext>
            </a:extLst>
          </p:cNvPr>
          <p:cNvSpPr txBox="1"/>
          <p:nvPr/>
        </p:nvSpPr>
        <p:spPr>
          <a:xfrm>
            <a:off x="1458097" y="1532237"/>
            <a:ext cx="5647037"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Continue your education and find new ways to adapt </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 willing to ask questions and take on new tasks as opportunities to learn and expand your knowledge and skillset</a:t>
            </a:r>
          </a:p>
        </p:txBody>
      </p:sp>
    </p:spTree>
    <p:extLst>
      <p:ext uri="{BB962C8B-B14F-4D97-AF65-F5344CB8AC3E}">
        <p14:creationId xmlns:p14="http://schemas.microsoft.com/office/powerpoint/2010/main" val="273724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95000">
              <a:schemeClr val="accent1">
                <a:lumMod val="45000"/>
                <a:lumOff val="55000"/>
              </a:schemeClr>
            </a:gs>
            <a:gs pos="78000">
              <a:schemeClr val="accent6">
                <a:lumMod val="40000"/>
                <a:lumOff val="60000"/>
              </a:schemeClr>
            </a:gs>
            <a:gs pos="61000">
              <a:schemeClr val="accent5">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3E96495-7950-0304-66A5-5C88B1440802}"/>
              </a:ext>
            </a:extLst>
          </p:cNvPr>
          <p:cNvSpPr txBox="1"/>
          <p:nvPr/>
        </p:nvSpPr>
        <p:spPr>
          <a:xfrm>
            <a:off x="1248697" y="1199536"/>
            <a:ext cx="10390309" cy="369331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References</a:t>
            </a:r>
          </a:p>
          <a:p>
            <a:endParaRPr lang="en-US" sz="2400" b="1" dirty="0">
              <a:latin typeface="Times New Roman" panose="02020603050405020304" pitchFamily="18"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Chenega. (2023).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Homepage - Chenega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Chenega. </a:t>
            </a:r>
            <a:r>
              <a:rPr lang="en-US" sz="1800" dirty="0">
                <a:effectLst/>
                <a:latin typeface="Times New Roman" panose="02020603050405020304" pitchFamily="18" charset="0"/>
                <a:ea typeface="Calibri" panose="020F0502020204030204" pitchFamily="34" charset="0"/>
                <a:cs typeface="Times New Roman" panose="02020603050405020304" pitchFamily="18" charset="0"/>
                <a:hlinkClick r:id="rId3"/>
              </a:rPr>
              <a:t>https://www.chenega.com/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Thomas, G. Personal Interview. (2024).</a:t>
            </a:r>
          </a:p>
          <a:p>
            <a:pPr marL="914400" indent="-914400">
              <a:lnSpc>
                <a:spcPct val="200000"/>
              </a:lnSpc>
              <a:tabLst>
                <a:tab pos="914400" algn="l"/>
              </a:tabLst>
            </a:pPr>
            <a:r>
              <a:rPr lang="en-US" i="0" dirty="0">
                <a:effectLst/>
                <a:latin typeface="Times New Roman" panose="02020603050405020304" pitchFamily="18" charset="0"/>
                <a:cs typeface="Times New Roman" panose="02020603050405020304" pitchFamily="18" charset="0"/>
                <a:hlinkClick r:id="rId4"/>
              </a:rPr>
              <a:t>Paskenta Band of Nomlaki Indians</a:t>
            </a:r>
            <a:r>
              <a:rPr lang="en-US" i="0" dirty="0">
                <a:effectLst/>
                <a:latin typeface="Times New Roman" panose="02020603050405020304" pitchFamily="18" charset="0"/>
                <a:cs typeface="Times New Roman" panose="02020603050405020304" pitchFamily="18" charset="0"/>
              </a:rPr>
              <a:t>. (n.d.). </a:t>
            </a:r>
            <a:r>
              <a:rPr lang="en-US" i="1" dirty="0">
                <a:effectLst/>
                <a:latin typeface="Times New Roman" panose="02020603050405020304" pitchFamily="18" charset="0"/>
                <a:cs typeface="Times New Roman" panose="02020603050405020304" pitchFamily="18" charset="0"/>
              </a:rPr>
              <a:t>Home</a:t>
            </a:r>
            <a:r>
              <a:rPr lang="en-US"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[LinkedIn page]. Retrieved April 22, 2024, from </a:t>
            </a:r>
            <a:r>
              <a:rPr lang="en-US" dirty="0">
                <a:latin typeface="Times New Roman" panose="02020603050405020304" pitchFamily="18" charset="0"/>
                <a:cs typeface="Times New Roman" panose="02020603050405020304" pitchFamily="18" charset="0"/>
                <a:hlinkClick r:id="rId5"/>
              </a:rPr>
              <a:t>https://www.linkedin.com/jobs/view/3888370190/?alternateChannel=search&amp;refId=oSOMFQrrSt5Wa8E%2FH%2BHjAA%3D%3D&amp;trackingId=yT14pVFgs2MRmnf4sk%2FHuw%3D%3D#HYM</a:t>
            </a:r>
            <a:endParaRPr lang="en-US"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pic>
        <p:nvPicPr>
          <p:cNvPr id="2" name="Picture Placeholder 16" descr="A city with tall buildings">
            <a:extLst>
              <a:ext uri="{FF2B5EF4-FFF2-40B4-BE49-F238E27FC236}">
                <a16:creationId xmlns:a16="http://schemas.microsoft.com/office/drawing/2014/main" id="{EC3BEF2F-D5AF-79AC-7598-C8AC210DC629}"/>
              </a:ext>
            </a:extLst>
          </p:cNvPr>
          <p:cNvPicPr>
            <a:picLocks noChangeAspect="1"/>
          </p:cNvPicPr>
          <p:nvPr/>
        </p:nvPicPr>
        <p:blipFill>
          <a:blip r:embed="rId6">
            <a:extLst>
              <a:ext uri="{28A0092B-C50C-407E-A947-70E740481C1C}">
                <a14:useLocalDpi xmlns:a14="http://schemas.microsoft.com/office/drawing/2010/main" val="0"/>
              </a:ext>
            </a:extLst>
          </a:blip>
          <a:srcRect l="13" r="13"/>
          <a:stretch/>
        </p:blipFill>
        <p:spPr>
          <a:xfrm>
            <a:off x="-7620" y="5658464"/>
            <a:ext cx="12207240" cy="1229378"/>
          </a:xfrm>
          <a:prstGeom prst="rect">
            <a:avLst/>
          </a:prstGeom>
        </p:spPr>
      </p:pic>
    </p:spTree>
    <p:extLst>
      <p:ext uri="{BB962C8B-B14F-4D97-AF65-F5344CB8AC3E}">
        <p14:creationId xmlns:p14="http://schemas.microsoft.com/office/powerpoint/2010/main" val="643777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292443" y="129535"/>
            <a:ext cx="5876886" cy="1082246"/>
          </a:xfrm>
          <a:noFill/>
        </p:spPr>
        <p:txBody>
          <a:bodyPr/>
          <a:lstStyle/>
          <a:p>
            <a:pPr algn="ctr"/>
            <a:br>
              <a:rPr lang="en-US" sz="2400" b="1" i="0" cap="none" dirty="0">
                <a:latin typeface="Times New Roman" panose="02020603050405020304" pitchFamily="18" charset="0"/>
                <a:cs typeface="Times New Roman" panose="02020603050405020304" pitchFamily="18" charset="0"/>
              </a:rPr>
            </a:br>
            <a:br>
              <a:rPr lang="en-US" sz="2400" b="1" i="0" cap="none" dirty="0">
                <a:latin typeface="Times New Roman" panose="02020603050405020304" pitchFamily="18" charset="0"/>
                <a:cs typeface="Times New Roman" panose="02020603050405020304" pitchFamily="18" charset="0"/>
              </a:rPr>
            </a:br>
            <a:r>
              <a:rPr lang="en-US" sz="2400" b="1" i="0" cap="none" dirty="0">
                <a:latin typeface="Times New Roman" panose="02020603050405020304" pitchFamily="18" charset="0"/>
                <a:cs typeface="Times New Roman" panose="02020603050405020304" pitchFamily="18" charset="0"/>
              </a:rPr>
              <a:t>Appendix A – Interview Notes</a:t>
            </a:r>
            <a:br>
              <a:rPr lang="en-US" sz="2400" b="1" i="0" cap="none" dirty="0">
                <a:latin typeface="Times New Roman" panose="02020603050405020304" pitchFamily="18" charset="0"/>
                <a:cs typeface="Times New Roman" panose="02020603050405020304" pitchFamily="18" charset="0"/>
              </a:rPr>
            </a:br>
            <a:br>
              <a:rPr lang="en-US" sz="2400" b="1" i="0" cap="none" dirty="0">
                <a:latin typeface="Times New Roman" panose="02020603050405020304" pitchFamily="18" charset="0"/>
                <a:cs typeface="Times New Roman" panose="02020603050405020304" pitchFamily="18" charset="0"/>
              </a:rPr>
            </a:br>
            <a:endParaRPr lang="en-US" sz="1800" b="1" i="0" dirty="0"/>
          </a:p>
        </p:txBody>
      </p:sp>
      <p:pic>
        <p:nvPicPr>
          <p:cNvPr id="4" name="Picture 3">
            <a:extLst>
              <a:ext uri="{FF2B5EF4-FFF2-40B4-BE49-F238E27FC236}">
                <a16:creationId xmlns:a16="http://schemas.microsoft.com/office/drawing/2014/main" id="{451365E3-290C-D9CB-E9C2-D204D7971985}"/>
              </a:ext>
            </a:extLst>
          </p:cNvPr>
          <p:cNvPicPr>
            <a:picLocks noChangeAspect="1"/>
          </p:cNvPicPr>
          <p:nvPr/>
        </p:nvPicPr>
        <p:blipFill>
          <a:blip r:embed="rId3"/>
          <a:stretch>
            <a:fillRect/>
          </a:stretch>
        </p:blipFill>
        <p:spPr>
          <a:xfrm>
            <a:off x="647700" y="761999"/>
            <a:ext cx="4978400" cy="5966465"/>
          </a:xfrm>
          <a:prstGeom prst="rect">
            <a:avLst/>
          </a:prstGeom>
        </p:spPr>
      </p:pic>
      <p:pic>
        <p:nvPicPr>
          <p:cNvPr id="6" name="Picture 5">
            <a:extLst>
              <a:ext uri="{FF2B5EF4-FFF2-40B4-BE49-F238E27FC236}">
                <a16:creationId xmlns:a16="http://schemas.microsoft.com/office/drawing/2014/main" id="{EC0C6981-8CF2-BC93-C792-5AB7E53EF644}"/>
              </a:ext>
            </a:extLst>
          </p:cNvPr>
          <p:cNvPicPr>
            <a:picLocks noChangeAspect="1"/>
          </p:cNvPicPr>
          <p:nvPr/>
        </p:nvPicPr>
        <p:blipFill>
          <a:blip r:embed="rId4"/>
          <a:stretch>
            <a:fillRect/>
          </a:stretch>
        </p:blipFill>
        <p:spPr>
          <a:xfrm>
            <a:off x="6169329" y="670658"/>
            <a:ext cx="5454644" cy="5666642"/>
          </a:xfrm>
          <a:prstGeom prst="rect">
            <a:avLst/>
          </a:prstGeom>
        </p:spPr>
      </p:pic>
    </p:spTree>
    <p:extLst>
      <p:ext uri="{BB962C8B-B14F-4D97-AF65-F5344CB8AC3E}">
        <p14:creationId xmlns:p14="http://schemas.microsoft.com/office/powerpoint/2010/main" val="69217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292443" y="98854"/>
            <a:ext cx="5876886" cy="1571370"/>
          </a:xfrm>
          <a:noFill/>
        </p:spPr>
        <p:txBody>
          <a:bodyPr/>
          <a:lstStyle/>
          <a:p>
            <a:pPr algn="ctr"/>
            <a:br>
              <a:rPr lang="en-US" sz="2400" b="1" i="0" cap="none" dirty="0">
                <a:latin typeface="Times New Roman" panose="02020603050405020304" pitchFamily="18" charset="0"/>
                <a:cs typeface="Times New Roman" panose="02020603050405020304" pitchFamily="18" charset="0"/>
              </a:rPr>
            </a:br>
            <a:br>
              <a:rPr lang="en-US" sz="2400" b="1" i="0" cap="none" dirty="0">
                <a:latin typeface="Times New Roman" panose="02020603050405020304" pitchFamily="18" charset="0"/>
                <a:cs typeface="Times New Roman" panose="02020603050405020304" pitchFamily="18" charset="0"/>
              </a:rPr>
            </a:br>
            <a:r>
              <a:rPr lang="en-US" sz="2400" b="1" i="0" cap="none" dirty="0">
                <a:latin typeface="Times New Roman" panose="02020603050405020304" pitchFamily="18" charset="0"/>
                <a:cs typeface="Times New Roman" panose="02020603050405020304" pitchFamily="18" charset="0"/>
              </a:rPr>
              <a:t>Appendix B – Page 1</a:t>
            </a:r>
            <a:br>
              <a:rPr lang="en-US" sz="2400" b="1" i="0" cap="none" dirty="0">
                <a:latin typeface="Times New Roman" panose="02020603050405020304" pitchFamily="18" charset="0"/>
                <a:cs typeface="Times New Roman" panose="02020603050405020304" pitchFamily="18" charset="0"/>
              </a:rPr>
            </a:br>
            <a:br>
              <a:rPr lang="en-US" sz="2400" b="1" i="0" cap="none" dirty="0">
                <a:latin typeface="Times New Roman" panose="02020603050405020304" pitchFamily="18" charset="0"/>
                <a:cs typeface="Times New Roman" panose="02020603050405020304" pitchFamily="18" charset="0"/>
              </a:rPr>
            </a:br>
            <a:r>
              <a:rPr lang="en-US" sz="1800" b="1" i="0" cap="none" dirty="0">
                <a:latin typeface="Times New Roman" panose="02020603050405020304" pitchFamily="18" charset="0"/>
                <a:cs typeface="Times New Roman" panose="02020603050405020304" pitchFamily="18" charset="0"/>
              </a:rPr>
              <a:t>Job Description Template for Director, Human Resources</a:t>
            </a:r>
            <a:br>
              <a:rPr lang="en-US" sz="1800" b="1" i="0" cap="none" dirty="0">
                <a:latin typeface="Times New Roman" panose="02020603050405020304" pitchFamily="18" charset="0"/>
                <a:cs typeface="Times New Roman" panose="02020603050405020304" pitchFamily="18" charset="0"/>
              </a:rPr>
            </a:br>
            <a:endParaRPr lang="en-US" sz="1800" b="1" i="0" dirty="0"/>
          </a:p>
        </p:txBody>
      </p:sp>
      <p:pic>
        <p:nvPicPr>
          <p:cNvPr id="4" name="Picture 3">
            <a:extLst>
              <a:ext uri="{FF2B5EF4-FFF2-40B4-BE49-F238E27FC236}">
                <a16:creationId xmlns:a16="http://schemas.microsoft.com/office/drawing/2014/main" id="{278DC090-74D7-2423-DB1B-FCAAF7E2A46C}"/>
              </a:ext>
            </a:extLst>
          </p:cNvPr>
          <p:cNvPicPr>
            <a:picLocks noChangeAspect="1"/>
          </p:cNvPicPr>
          <p:nvPr/>
        </p:nvPicPr>
        <p:blipFill>
          <a:blip r:embed="rId3"/>
          <a:stretch>
            <a:fillRect/>
          </a:stretch>
        </p:blipFill>
        <p:spPr>
          <a:xfrm>
            <a:off x="6413158" y="247135"/>
            <a:ext cx="5486399" cy="6487296"/>
          </a:xfrm>
          <a:prstGeom prst="rect">
            <a:avLst/>
          </a:prstGeom>
        </p:spPr>
      </p:pic>
    </p:spTree>
    <p:extLst>
      <p:ext uri="{BB962C8B-B14F-4D97-AF65-F5344CB8AC3E}">
        <p14:creationId xmlns:p14="http://schemas.microsoft.com/office/powerpoint/2010/main" val="468141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a:gsLst>
            <a:gs pos="60000">
              <a:schemeClr val="accent2">
                <a:lumMod val="40000"/>
                <a:lumOff val="60000"/>
              </a:schemeClr>
            </a:gs>
            <a:gs pos="100000">
              <a:schemeClr val="accent2">
                <a:lumMod val="20000"/>
                <a:lumOff val="80000"/>
              </a:schemeClr>
            </a:gs>
            <a:gs pos="96000">
              <a:schemeClr val="accent3">
                <a:lumMod val="20000"/>
                <a:lumOff val="80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5C5AA8-F67B-552B-8136-1D01B6DA7D9B}"/>
              </a:ext>
            </a:extLst>
          </p:cNvPr>
          <p:cNvPicPr>
            <a:picLocks noChangeAspect="1"/>
          </p:cNvPicPr>
          <p:nvPr/>
        </p:nvPicPr>
        <p:blipFill>
          <a:blip r:embed="rId3"/>
          <a:stretch>
            <a:fillRect/>
          </a:stretch>
        </p:blipFill>
        <p:spPr>
          <a:xfrm>
            <a:off x="5705263" y="315097"/>
            <a:ext cx="5448769" cy="6227806"/>
          </a:xfrm>
          <a:prstGeom prst="rect">
            <a:avLst/>
          </a:prstGeom>
        </p:spPr>
      </p:pic>
      <p:sp>
        <p:nvSpPr>
          <p:cNvPr id="9" name="TextBox 8">
            <a:extLst>
              <a:ext uri="{FF2B5EF4-FFF2-40B4-BE49-F238E27FC236}">
                <a16:creationId xmlns:a16="http://schemas.microsoft.com/office/drawing/2014/main" id="{C12AFF3D-42BD-EE02-3AC7-F1C650DD2A03}"/>
              </a:ext>
            </a:extLst>
          </p:cNvPr>
          <p:cNvSpPr txBox="1"/>
          <p:nvPr/>
        </p:nvSpPr>
        <p:spPr>
          <a:xfrm>
            <a:off x="367614" y="547987"/>
            <a:ext cx="5057002" cy="1384995"/>
          </a:xfrm>
          <a:prstGeom prst="rect">
            <a:avLst/>
          </a:prstGeom>
          <a:noFill/>
        </p:spPr>
        <p:txBody>
          <a:bodyPr wrap="square">
            <a:spAutoFit/>
          </a:bodyPr>
          <a:lstStyle/>
          <a:p>
            <a:pPr algn="ctr"/>
            <a:r>
              <a:rPr lang="en-US" sz="2400" b="1" i="0" cap="none" dirty="0">
                <a:latin typeface="Times New Roman" panose="02020603050405020304" pitchFamily="18" charset="0"/>
                <a:cs typeface="Times New Roman" panose="02020603050405020304" pitchFamily="18" charset="0"/>
              </a:rPr>
              <a:t>Appendix A - Page 2</a:t>
            </a:r>
          </a:p>
          <a:p>
            <a:pPr algn="ctr"/>
            <a:endParaRPr lang="en-US" sz="2400" dirty="0">
              <a:latin typeface="Times New Roman" panose="02020603050405020304" pitchFamily="18" charset="0"/>
              <a:cs typeface="Times New Roman" panose="02020603050405020304" pitchFamily="18" charset="0"/>
            </a:endParaRPr>
          </a:p>
          <a:p>
            <a:pPr algn="ctr"/>
            <a:r>
              <a:rPr lang="en-US" sz="1800" b="1" i="0" cap="none" dirty="0">
                <a:latin typeface="Times New Roman" panose="02020603050405020304" pitchFamily="18" charset="0"/>
                <a:cs typeface="Times New Roman" panose="02020603050405020304" pitchFamily="18" charset="0"/>
              </a:rPr>
              <a:t>Job Description Template for Director, Human Resources</a:t>
            </a:r>
          </a:p>
        </p:txBody>
      </p:sp>
    </p:spTree>
    <p:extLst>
      <p:ext uri="{BB962C8B-B14F-4D97-AF65-F5344CB8AC3E}">
        <p14:creationId xmlns:p14="http://schemas.microsoft.com/office/powerpoint/2010/main" val="2974222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77000">
              <a:schemeClr val="accent5">
                <a:lumMod val="40000"/>
                <a:lumOff val="60000"/>
              </a:schemeClr>
            </a:gs>
            <a:gs pos="95000">
              <a:schemeClr val="accent2">
                <a:lumMod val="20000"/>
                <a:lumOff val="80000"/>
              </a:schemeClr>
            </a:gs>
            <a:gs pos="100000">
              <a:schemeClr val="accent2">
                <a:lumMod val="60000"/>
                <a:lumOff val="40000"/>
              </a:schemeClr>
            </a:gs>
            <a:gs pos="64000">
              <a:schemeClr val="accent2">
                <a:lumMod val="40000"/>
                <a:lumOff val="60000"/>
              </a:schemeClr>
            </a:gs>
          </a:gsLst>
          <a:lin ang="5400000" scaled="1"/>
        </a:gra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3E96495-7950-0304-66A5-5C88B1440802}"/>
              </a:ext>
            </a:extLst>
          </p:cNvPr>
          <p:cNvSpPr txBox="1"/>
          <p:nvPr/>
        </p:nvSpPr>
        <p:spPr>
          <a:xfrm>
            <a:off x="1347219" y="168776"/>
            <a:ext cx="9971239" cy="73866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Appendix C</a:t>
            </a:r>
          </a:p>
          <a:p>
            <a:pPr algn="ctr"/>
            <a:r>
              <a:rPr lang="en-US" b="1" dirty="0">
                <a:latin typeface="Times New Roman" panose="02020603050405020304" pitchFamily="18" charset="0"/>
                <a:cs typeface="Times New Roman" panose="02020603050405020304" pitchFamily="18" charset="0"/>
              </a:rPr>
              <a:t>Behavioral Interview Questions Using the STAR method</a:t>
            </a:r>
          </a:p>
        </p:txBody>
      </p:sp>
      <p:pic>
        <p:nvPicPr>
          <p:cNvPr id="8" name="Picture 7">
            <a:extLst>
              <a:ext uri="{FF2B5EF4-FFF2-40B4-BE49-F238E27FC236}">
                <a16:creationId xmlns:a16="http://schemas.microsoft.com/office/drawing/2014/main" id="{D18F1B68-2399-D7A7-F7B7-68AF75C738C7}"/>
              </a:ext>
            </a:extLst>
          </p:cNvPr>
          <p:cNvPicPr>
            <a:picLocks noChangeAspect="1"/>
          </p:cNvPicPr>
          <p:nvPr/>
        </p:nvPicPr>
        <p:blipFill>
          <a:blip r:embed="rId3"/>
          <a:stretch>
            <a:fillRect/>
          </a:stretch>
        </p:blipFill>
        <p:spPr>
          <a:xfrm>
            <a:off x="341870" y="907440"/>
            <a:ext cx="5861222" cy="5486400"/>
          </a:xfrm>
          <a:prstGeom prst="rect">
            <a:avLst/>
          </a:prstGeom>
        </p:spPr>
      </p:pic>
      <p:pic>
        <p:nvPicPr>
          <p:cNvPr id="10" name="Picture 9">
            <a:extLst>
              <a:ext uri="{FF2B5EF4-FFF2-40B4-BE49-F238E27FC236}">
                <a16:creationId xmlns:a16="http://schemas.microsoft.com/office/drawing/2014/main" id="{4C7DF3D1-FB0E-1E00-B09D-8FB28884F205}"/>
              </a:ext>
            </a:extLst>
          </p:cNvPr>
          <p:cNvPicPr>
            <a:picLocks noChangeAspect="1"/>
          </p:cNvPicPr>
          <p:nvPr/>
        </p:nvPicPr>
        <p:blipFill>
          <a:blip r:embed="rId4"/>
          <a:stretch>
            <a:fillRect/>
          </a:stretch>
        </p:blipFill>
        <p:spPr>
          <a:xfrm>
            <a:off x="6462584" y="1399242"/>
            <a:ext cx="5387546" cy="4742065"/>
          </a:xfrm>
          <a:prstGeom prst="rect">
            <a:avLst/>
          </a:prstGeom>
        </p:spPr>
      </p:pic>
    </p:spTree>
    <p:extLst>
      <p:ext uri="{BB962C8B-B14F-4D97-AF65-F5344CB8AC3E}">
        <p14:creationId xmlns:p14="http://schemas.microsoft.com/office/powerpoint/2010/main" val="600882924"/>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E62E91-3991-445A-ADE0-DB143B39320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Retrospect</Template>
  <TotalTime>4198</TotalTime>
  <Words>2749</Words>
  <Application>Microsoft Office PowerPoint</Application>
  <PresentationFormat>Widescreen</PresentationFormat>
  <Paragraphs>110</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-apple-system</vt:lpstr>
      <vt:lpstr>Aptos</vt:lpstr>
      <vt:lpstr>Arial</vt:lpstr>
      <vt:lpstr>Calibri</vt:lpstr>
      <vt:lpstr>Calibri Light</vt:lpstr>
      <vt:lpstr>Times New Roman</vt:lpstr>
      <vt:lpstr>Univers Condensed Light</vt:lpstr>
      <vt:lpstr>Walbaum Display Light</vt:lpstr>
      <vt:lpstr>AngleLinesVTI</vt:lpstr>
      <vt:lpstr>   Hallmark Assessment Task   LEAD-411: HR Fundamentals    Human Resource Job Analysis  and Application Project   Jen Hankins April 25, 2024 </vt:lpstr>
      <vt:lpstr>PowerPoint Presentation</vt:lpstr>
      <vt:lpstr> </vt:lpstr>
      <vt:lpstr>PowerPoint Presentation</vt:lpstr>
      <vt:lpstr>Job Description </vt:lpstr>
      <vt:lpstr>Job Specifications: Knowledge, Skills, and Abilities</vt:lpstr>
      <vt:lpstr>PowerPoint Presentation</vt:lpstr>
      <vt:lpstr>Recommendations for Selection: Structured Interview Protocol</vt:lpstr>
      <vt:lpstr>Recommendations for Training &amp; Development</vt:lpstr>
      <vt:lpstr>Conclusion</vt:lpstr>
      <vt:lpstr>PowerPoint Presentation</vt:lpstr>
      <vt:lpstr>  Appendix A – Interview Notes  </vt:lpstr>
      <vt:lpstr>  Appendix B – Page 1  Job Description Template for Director, Human Resources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Jen Hankins</dc:creator>
  <cp:lastModifiedBy>Jen Hankins</cp:lastModifiedBy>
  <cp:revision>1</cp:revision>
  <dcterms:created xsi:type="dcterms:W3CDTF">2024-04-16T03:57:37Z</dcterms:created>
  <dcterms:modified xsi:type="dcterms:W3CDTF">2024-04-26T04:40:35Z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